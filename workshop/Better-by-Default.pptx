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an intranet dashboard, a screenshot or visual-review service, a kiosk or signage screen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nobody warns you about. Install two defaults plugins and WordPress does not complain — it runs both and keeps whichever answered last. The loser's settings screen goes on showing a session length the site is not using.
On the install where this was first measured, all three plugins happened to agree on the same value, so everything looked fine. THAT is the dangerous case. It stays invisible until somebody changes a setting and nothing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rule, and it is worth more than any tool. When your code is handed something and ADDS to it, a second plugin doing the same thing is fine — three plugins set security headers on that test install and all three landed correctly. When your code is handed something and returns its OWN answer instead, only one plugin can win.
So when you write a filter callback, ask: if a second plugin did exactly this, would both still work? If the answer is no, you are setting policy, and only one plugin on the site can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a plugin for this, and that is exactly why we are not shipping one. Run this against auth_cookie_expiration on a real site. If more than one line comes back, one of those plugins is not doing what its settings screen claims.
The same snippet works on any hook, including hooks nobody has thought to write a checker for. That is the advantage of understanding the rule over installing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guessed from source code and accused plugins that were not touching the setting. The second measured the real outcome by actually running the filter — precise, and it meant executing arbitrary third-party code as a side effect of a diagnostic. A tool that reports collisions must not cause them.
Underneath, both failed the same way: they were trying to recover something WordPress never wrote down. Nothing records which plugin asked for what, and everything built on top of that gap is a guess or a gamble.
What ended up working was reporting only what could be proven, and saying plainly on the screen that a clean result means nothing traceable was found — not that nothing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two plugins are competing to set the same defaults, the answer is not to make them cooperate. It is to run one of them.
This is also the honest pitch for the plugin we just built. Not that it does more than the others — it does less. But you can read all of it in an afternoon and know exactly what it decided on your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Somebody will install two of these</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Two defaults plugins on one site — or this one plus a security suite doing half the same job.</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errors.  </a:t>
            </a:r>
            <a:pPr indent="0" marL="0">
              <a:buNone/>
            </a:pPr>
            <a:r>
              <a:rPr lang="en-US" sz="1500" dirty="0">
                <a:solidFill>
                  <a:srgbClr val="4A5A63"/>
                </a:solidFill>
                <a:latin typeface="Calibri" pitchFamily="34" charset="0"/>
                <a:ea typeface="Calibri" pitchFamily="34" charset="-122"/>
                <a:cs typeface="Calibri" pitchFamily="34" charset="-120"/>
              </a:rPr>
              <a:t>No crash, no warning, no line in a log.</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is clobbered.  </a:t>
            </a:r>
            <a:pPr indent="0" marL="0">
              <a:buNone/>
            </a:pPr>
            <a:r>
              <a:rPr lang="en-US" sz="1500" dirty="0">
                <a:solidFill>
                  <a:srgbClr val="4A5A63"/>
                </a:solidFill>
                <a:latin typeface="Calibri" pitchFamily="34" charset="0"/>
                <a:ea typeface="Calibri" pitchFamily="34" charset="-122"/>
                <a:cs typeface="Calibri" pitchFamily="34" charset="-120"/>
              </a:rPr>
              <a:t>Each plugin keeps its own settings safely.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One of them silently stops working.  </a:t>
            </a:r>
            <a:pPr indent="0" marL="0">
              <a:buNone/>
            </a:pPr>
            <a:r>
              <a:rPr lang="en-US" sz="1500" dirty="0">
                <a:solidFill>
                  <a:srgbClr val="4A5A63"/>
                </a:solidFill>
                <a:latin typeface="Calibri" pitchFamily="34" charset="0"/>
                <a:ea typeface="Calibri" pitchFamily="34" charset="-122"/>
                <a:cs typeface="Calibri" pitchFamily="34" charset="-120"/>
              </a:rPr>
              <a:t>And its settings screen goes on saying otherwise.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 settings share. Some fight.</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difference is entirely in what your callback does with the argument it is handed.</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Adding to a list.  </a:t>
            </a:r>
            <a:pPr indent="0" marL="0">
              <a:buNone/>
            </a:pPr>
            <a:r>
              <a:rPr lang="en-US" sz="1500" dirty="0">
                <a:solidFill>
                  <a:srgbClr val="4A5A63"/>
                </a:solidFill>
                <a:latin typeface="Calibri" pitchFamily="34" charset="0"/>
                <a:ea typeface="Calibri" pitchFamily="34" charset="-122"/>
                <a:cs typeface="Calibri" pitchFamily="34" charset="-120"/>
              </a:rPr>
              <a:t>Everybody's contribution survives. Security headers work this way.</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Replacing a value.  </a:t>
            </a:r>
            <a:pPr indent="0" marL="0">
              <a:buNone/>
            </a:pPr>
            <a:r>
              <a:rPr lang="en-US" sz="1500" dirty="0">
                <a:solidFill>
                  <a:srgbClr val="4A5A63"/>
                </a:solidFill>
                <a:latin typeface="Calibri" pitchFamily="34" charset="0"/>
                <a:ea typeface="Calibri" pitchFamily="34" charset="-122"/>
                <a:cs typeface="Calibri" pitchFamily="34" charset="-120"/>
              </a:rPr>
              <a:t>Last one wins, the rest are discarded. Session length works this way.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tells you which you wrote.  </a:t>
            </a:r>
            <a:pPr indent="0" marL="0">
              <a:buNone/>
            </a:pPr>
            <a:r>
              <a:rPr lang="en-US" sz="1500" dirty="0">
                <a:solidFill>
                  <a:srgbClr val="4A5A63"/>
                </a:solidFill>
                <a:latin typeface="Calibri" pitchFamily="34" charset="0"/>
                <a:ea typeface="Calibri" pitchFamily="34" charset="-122"/>
                <a:cs typeface="Calibri" pitchFamily="34" charset="-120"/>
              </a:rPr>
              <a:t>Both are add_filter(). Both look identical at the call site.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Check any site in about a minute</a:t>
            </a:r>
            <a:endParaRPr lang="en-US" sz="3200" dirty="0"/>
          </a:p>
        </p:txBody>
      </p:sp>
      <p:sp>
        <p:nvSpPr>
          <p:cNvPr id="3" name="Text 1"/>
          <p:cNvSpPr/>
          <p:nvPr/>
        </p:nvSpPr>
        <p:spPr>
          <a:xfrm>
            <a:off x="548640" y="1325880"/>
            <a:ext cx="1088136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keeps every registered callback in one global. Ask it who is on the hook you care about.</a:t>
            </a:r>
            <a:endParaRPr lang="en-US" sz="1600" dirty="0"/>
          </a:p>
        </p:txBody>
      </p:sp>
      <p:sp>
        <p:nvSpPr>
          <p:cNvPr id="4" name="Shape 2"/>
          <p:cNvSpPr/>
          <p:nvPr/>
        </p:nvSpPr>
        <p:spPr>
          <a:xfrm>
            <a:off x="548640" y="2103120"/>
            <a:ext cx="11064240" cy="2286000"/>
          </a:xfrm>
          <a:prstGeom prst="roundRect">
            <a:avLst>
              <a:gd name="adj" fmla="val 320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267712"/>
            <a:ext cx="10661904" cy="195681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run this inside: wp eval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global $wp_filter;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foreach ( $wp_filter['auth_cookie_expiration']-&gt;callbacks as $prio =&gt; $cbs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foreach ( $cbs as $cb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printf( "%-6s %s\n", $prio, print_r( $cb['function'], true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 more than one line on a replacing filter means somebody is losing</a:t>
            </a:r>
            <a:endParaRPr lang="en-US" sz="1250" dirty="0"/>
          </a:p>
        </p:txBody>
      </p:sp>
      <p:sp>
        <p:nvSpPr>
          <p:cNvPr id="6" name="Text 4"/>
          <p:cNvSpPr/>
          <p:nvPr/>
        </p:nvSpPr>
        <p:spPr>
          <a:xfrm>
            <a:off x="548640" y="4617720"/>
            <a:ext cx="10881360" cy="548640"/>
          </a:xfrm>
          <a:prstGeom prst="rect">
            <a:avLst/>
          </a:prstGeom>
          <a:noFill/>
          <a:ln/>
        </p:spPr>
        <p:txBody>
          <a:bodyPr wrap="square" lIns="0" tIns="0" rIns="0" bIns="0" rtlCol="0" anchor="ctr"/>
          <a:lstStyle/>
          <a:p>
            <a:pPr indent="0" marL="0">
              <a:buNone/>
            </a:pPr>
            <a:r>
              <a:rPr lang="en-US" sz="1500" i="1" dirty="0">
                <a:solidFill>
                  <a:srgbClr val="4A5A63"/>
                </a:solidFill>
                <a:latin typeface="Calibri" pitchFamily="34" charset="0"/>
                <a:ea typeface="Calibri" pitchFamily="34" charset="-122"/>
                <a:cs typeface="Calibri" pitchFamily="34" charset="-120"/>
              </a:rPr>
              <a:t>Try it on wp_headers too, for contrast — several entries there are perfectly healthy.</a:t>
            </a:r>
            <a:endParaRPr lang="en-US" sz="1500" dirty="0"/>
          </a:p>
        </p:txBody>
      </p:sp>
      <p:sp>
        <p:nvSpPr>
          <p:cNvPr id="7" name="Text 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8" name="Text 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We tried to automate it twice. Both were wrong.</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Two sibling plugins built the checker. Both attempts shipped, and both were withdrawn.</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Read the plugin's code for clues.  </a:t>
            </a:r>
            <a:pPr indent="0" marL="0">
              <a:buNone/>
            </a:pPr>
            <a:r>
              <a:rPr lang="en-US" sz="1500" dirty="0">
                <a:solidFill>
                  <a:srgbClr val="4A5A63"/>
                </a:solidFill>
                <a:latin typeface="Calibri" pitchFamily="34" charset="0"/>
                <a:ea typeface="Calibri" pitchFamily="34" charset="-122"/>
                <a:cs typeface="Calibri" pitchFamily="34" charset="-120"/>
              </a:rPr>
              <a:t>Named plugins that were doing nothing at all.</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Run the setting, see what comes out.  </a:t>
            </a:r>
            <a:pPr indent="0" marL="0">
              <a:buNone/>
            </a:pPr>
            <a:r>
              <a:rPr lang="en-US" sz="1500" dirty="0">
                <a:solidFill>
                  <a:srgbClr val="4A5A63"/>
                </a:solidFill>
                <a:latin typeface="Calibri" pitchFamily="34" charset="0"/>
                <a:ea typeface="Calibri" pitchFamily="34" charset="-122"/>
                <a:cs typeface="Calibri" pitchFamily="34" charset="-120"/>
              </a:rPr>
              <a:t>Meant running other people's code to check on them.</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What worked: say less.  </a:t>
            </a:r>
            <a:pPr indent="0" marL="0">
              <a:buNone/>
            </a:pPr>
            <a:r>
              <a:rPr lang="en-US" sz="1500" dirty="0">
                <a:solidFill>
                  <a:srgbClr val="4A5A63"/>
                </a:solidFill>
                <a:latin typeface="Calibri" pitchFamily="34" charset="0"/>
                <a:ea typeface="Calibri" pitchFamily="34" charset="-122"/>
                <a:cs typeface="Calibri" pitchFamily="34" charset="-120"/>
              </a:rPr>
              <a:t>Report what you can prove, and admit what you cannot see.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1371600"/>
            <a:ext cx="10698480" cy="201168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Defaults plugins are alternatives,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not complements.</a:t>
            </a:r>
            <a:endParaRPr lang="en-US" sz="4000" dirty="0"/>
          </a:p>
        </p:txBody>
      </p:sp>
      <p:sp>
        <p:nvSpPr>
          <p:cNvPr id="3" name="Text 1"/>
          <p:cNvSpPr/>
          <p:nvPr/>
        </p:nvSpPr>
        <p:spPr>
          <a:xfrm>
            <a:off x="731520" y="3566160"/>
            <a:ext cx="105156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Two installed together give you one plugin's behaviour, and two settings screens — only one of which is telling the truth.</a:t>
            </a:r>
            <a:endParaRPr lang="en-US" sz="1900" dirty="0"/>
          </a:p>
        </p:txBody>
      </p:sp>
      <p:sp>
        <p:nvSpPr>
          <p:cNvPr id="4" name="Text 2"/>
          <p:cNvSpPr/>
          <p:nvPr/>
        </p:nvSpPr>
        <p:spPr>
          <a:xfrm>
            <a:off x="731520" y="4572000"/>
            <a:ext cx="10515600" cy="73152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Pick the one whose choices you agree with. Turn the other off.</a:t>
            </a:r>
            <a:endParaRPr lang="en-US" sz="1800" dirty="0"/>
          </a:p>
        </p:txBody>
      </p:sp>
      <p:sp>
        <p:nvSpPr>
          <p:cNvPr id="5" name="Text 3"/>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4"/>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2026-08-24T22:53:55Z</dcterms:created>
  <dcterms:modified xsi:type="dcterms:W3CDTF">2026-08-24T22:53:55Z</dcterms:modified>
</cp:coreProperties>
</file>