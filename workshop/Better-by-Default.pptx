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more quickly through updates, admin UX, login, branding, performance and email — all eight, and we end with a plugin that covers them all.
Count the cards against the sections as we go. This deck promised eight categories and presented seven for weeks: updates was on this slide, in the schema, and in the shipped plugin, and had no slide of its own. Nobody noticed, because every artifact was internally consistent about it — the gap only existed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category on the agenda that is a SELECT rather than a switch, and that is the lesson.
Core already installs maintenance and security releases on its own. So a toggle would be the wrong shape: the real choice is four-way — maintenance only, every stable release, none, or leave it alone. Squashing that into on/off would have forced us to pick a meaning for 'off' that half the audience would read the other way.
Core asks TWO questions, not one — allow_minor_auto_core_updates and allow_major_auto_core_updates — and one setting answers both. 'minor' says yes to the first and no to the second. 'all' says yes to both. 'manual' says no twice.
The interesting branch is 'inherit'. It returns the value core handed us, unchanged. A setting whose job is to have no opinion looks like a wasted option until you remember who else is in the room: managed hosts set an update policy for you, and so do other plugins. Without 'inherit' this plugin would silently overrule a host that had already made a considered decision — the same fight the session-length slide walks away from, for the same reason. Registering a filter is a claim that you know better than whoever else registered one.
And the reason this belongs at the END of the security section rather than in a corner labelled housekeeping: every other default in Section One removes something an attacker can reach. This one keeps the thing patched. Reducing surface and applying patches are the same job from two directions, and a site that does the first while quietly falling behind on the second is not actually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in every release before 1.2.2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brand the login screen, throttle one polling API, and end on the only default in the plugin that changes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sends mail from wordpress@yourdomain unless something changes it. On a domain that cannot actually send — a staging host, a .local address, a domain with no mail records — password resets and order receipts FAIL SILENTLY. wp_mail() returns false and nothing surfaces it. Nobody finds out until a customer says they never got the email.
So this default warns, and that is all it does. Be precise about how little it claims: it is a SHAPE CHECK, NOT A DELIVERY TEST. Proving mail works needs SPF and DMARC lookups and a real send — far more than a settings screen should do on page load. These are the cases knowable for free: not a valid address, example.com, localhost, or a reserved TLD that never resolves publicly (.local, .test, .invalid, .example — RFC 2606 and RFC 6762).
Two details make it honest. It reads the EFFECTIVE From address through wp_mail_from, so whatever your SMTP plugin actually sets is what gets judged, not the theoretical default it replaced. And it stays quiet when wp_get_environment_type() says local, because a local site is MEANT to have an undeliverable address — warning there is exactly how a notice trains people to dismiss notices. Staging is not local, and staging does warn, which is usually where this catches something real.
The lesson is the one thing here that is not about email. Every other default in this plugin changes what WordPress does. THIS ONE CHANGES NOTHING. It has no effect on a single request; it only tells an administrator something true that WordPress had been keeping to itself. Deciding not to intervene is a design decision as real as any filter, and often the better one — a plugin that silently rewrote your From address to something deliverable would be a considerably worse plugin. When you find a silent failure, the first question is not how do I fix this for them, but who needs to know, and would they rather I told them or guessed on their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A regular login lasts 2 days and a remembered one 14 - WordPress's own values, prefilled rather than sentinels, with a one-day floor on each and the remembered length clamped so it can never be shorter than the regular one.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UPDATES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Decide who patches WordPress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 ships maintenance and security releases automatically already. The question this default answers is not whether to allow that — it is whether YOU are deciding, or whether your host quietly decided for you and never said.</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core_update_policy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minor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Two filters, because core asks two questions.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'allow_minor_auto_core_updates', $f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'allow_major_auto_core_updates', $g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'inherit' hands the value straight back — the</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setting that chooses NOT to have an opinion.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'inherit' === $policy ) { return $enabled;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return in_array( $policy, [ 'minor', 'all' ], true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Performance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&amp; Email</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Brand the login screen, throttle one polling API, and end on the only default that changes nothing at all.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EMAIL</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Say so when the site cannot send mail</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sends from wordpress@yourdomain unless something changes it. On a domain that cannot send, password resets fail silently — wp_mail() returns false and nothing surfaces it. This warns, and that is all it does.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mail_deliverability_notice</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The From address the site will ACTUALLY use.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$from = apply_filters( 'wp_mail_from',</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'wordpress@' . $host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A shape check, not a delivery test.</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$risky = ! is_email( $from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in_array( $domain, $never_resolves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preg_match( '/\.(local|test|invalid)$/', $d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Warn. Never block, never rewrite.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add_action( 'admin_notices', $render_notice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2026-08-05T00:43:02Z</dcterms:created>
  <dcterms:modified xsi:type="dcterms:W3CDTF">2026-08-05T00:43:02Z</dcterms:modified>
</cp:coreProperties>
</file>