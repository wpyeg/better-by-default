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32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32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updates, UX, login, branding, and performance, and we'll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Keep it if you're a crusty punk who loves the IndieWeb and everything before Facebook turned everything to shit, ca. 2005.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DAY_IN_SECONDS is one of core's time constants, so you never do the math. — Now the two lines that are not about session length, because they are the most portable thing in this deck. This callback ignores the $exp it was handed and returns its own number. A filter that ADDS TO its input composes: several plugins can each contribute a header to wp_headers and all of them survive. A filter that REPLACES its input does not. WordPress runs all of them and keeps whichever answered last, the others do nothing at all, and every losing plugin's settings screen goes on displaying a number the site is not using. No error, nothing logged, nothing on Site Health. Nothing in the API tells you which kind you are writing — both are add_filter(). The difference is entirely in what your callback does with the argument it was given, and it decides whether your plugin can coexist with another one or silently fights it. You cannot make a number filter additive. What you can do is decline the fights you have no stake in: our defaults ARE WordPress's own 2 and 14, so on a site that has not changed them we would be registering only to assert the answer core already gives. Hence the if. And the callback has a name rather than being anonymous, because $wp_filter can only report a callback that has one — an anonymous one shows up as 'closure' in exactly the diagnostic you would run to find out who won. Then there is the 50, which is the half everyone forgets. Declining a fight worth nothing only helps if you win the one worth something, and on a replacing filter the LAST callback to run is the one that counts. Register at the default 10 and you are not being polite, you are queueing up behind every plugin that never thought about priority at all — so a session length somebody set on purpose gets decided by load order. This plugin shipped at 10 for its first four releases and lost to both its siblings on any site running two of them. Fifty is late enough to be the last word and low enough that a site wanting the final say can still take it deliberately. The question to ask of any filter callback you write: if a second plugin did exactly this, would both still work? If not, you are setting policy, and only one plugin on the site can win — so decide both whether to enter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Remembered sessions are capped at five days by default; regular sessions inherit core because zero means unchanged.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'my_callback'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Eight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Shape 36"/>
          <p:cNvSpPr/>
          <p:nvPr/>
        </p:nvSpPr>
        <p:spPr>
          <a:xfrm>
            <a:off x="9162288"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9" name="Shape 37"/>
          <p:cNvSpPr/>
          <p:nvPr/>
        </p:nvSpPr>
        <p:spPr>
          <a:xfrm>
            <a:off x="9482328" y="4297680"/>
            <a:ext cx="640080" cy="640080"/>
          </a:xfrm>
          <a:prstGeom prst="ellipse">
            <a:avLst/>
          </a:prstGeom>
          <a:solidFill>
            <a:srgbClr val="E0A94B"/>
          </a:solidFill>
          <a:ln/>
        </p:spPr>
      </p:sp>
      <p:sp>
        <p:nvSpPr>
          <p:cNvPr id="40" name="Text 38"/>
          <p:cNvSpPr/>
          <p:nvPr/>
        </p:nvSpPr>
        <p:spPr>
          <a:xfrm>
            <a:off x="9482328"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8</a:t>
            </a:r>
            <a:endParaRPr lang="en-US" sz="1820" dirty="0"/>
          </a:p>
        </p:txBody>
      </p:sp>
      <p:sp>
        <p:nvSpPr>
          <p:cNvPr id="41" name="Text 39"/>
          <p:cNvSpPr/>
          <p:nvPr/>
        </p:nvSpPr>
        <p:spPr>
          <a:xfrm>
            <a:off x="9482328"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Email</a:t>
            </a:r>
            <a:endParaRPr lang="en-US" sz="1900" dirty="0"/>
          </a:p>
        </p:txBody>
      </p:sp>
      <p:sp>
        <p:nvSpPr>
          <p:cNvPr id="42" name="Text 40"/>
          <p:cNvSpPr/>
          <p:nvPr/>
        </p:nvSpPr>
        <p:spPr>
          <a:xfrm>
            <a:off x="9482328"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Say so when the site cannot send mail</a:t>
            </a:r>
            <a:endParaRPr lang="en-US" sz="1250" dirty="0"/>
          </a:p>
        </p:txBody>
      </p:sp>
      <p:sp>
        <p:nvSpPr>
          <p:cNvPr id="43" name="Text 4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44" name="Text 4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Now look at the registration: this callback throws away the value it was handed, so two plugins setting it cannot both win — and at core's own 2 / 14 we have nothing to say, so we stay out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session_length(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only when we differ from core's 2 / 14,</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and late enough to be the last word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policy_is_custom()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'auth_cookie_expiration',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'session_length', 50, 3 );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function ( $s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mail_deliverability_notice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admin_notices when the From address looks undeliverable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2026-08-04T19:41:57Z</dcterms:created>
  <dcterms:modified xsi:type="dcterms:W3CDTF">2026-08-04T19:41:57Z</dcterms:modified>
</cp:coreProperties>
</file>