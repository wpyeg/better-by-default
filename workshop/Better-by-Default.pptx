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27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27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stopped testing credentials after the first failed login in one XML-RPC request,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changed recently, and most people didn't notice: NIST 800-63B and OWASP now say LENGTH PLUS BREACH SCREENING BEATS COMPOSITION RULES. Forcing upper/lower/number/symbol just herds everyone to Password1! — predictable, not strong. So we require 15+ characters and screen every new password against Have I Been Pwned — by k-anonymity, meaning only the first five characters of the SHA-1 hash ever leave the site; HIBP returns every hash sharing that prefix and the match happens locally, so the password itself is never transmitted. If HIBP is unreachable the check FAILS OPEN rather than locking someone out of a password change. All enforced server-side on save and reset: the JS meter is UX; the server rule is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 the one door you and your clients actually log in through — and by default the welcome mat links to someone else's house! That little WordPress "W" on wp-login.php points out to wordpress.org. Changing a site's login screen out of the box is intrusive, though, so the default is to LEAVE IT ALONE. Removing, unlinking, or replacing the logo is an opt-in — and whichever you choose, the link always points home. Swap in a background-image to drop in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screenshot slide — everything on-by-default in one view, mapped to the core hook. Updates follow the same principle: maintenance/security core releases and translations install automatically; major core releases wait for testing; plugin and theme code keeps its per-item WordPress setting because version numbers do not reliably identify risk. Three deliberate non-defaults worth calling out: Application Passwords stay AVAILABLE, the login logo is LEFT ALONE, and removing the version fingerprint is OFF because it is obscurity rather than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Seven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Text 3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9" name="Text 3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wpyeg_xmlrpc_allow_* + _block_xmlrpc_endpoint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Require strong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800-63B and OWASP now say length plus breach screening beats composition rules. So we require 15+ characters and screen every new password against Have I Been Pwned — all enforced server-side.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hooked on user_profile_update_errors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strlen( $pw ) &lt; 15 )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'short', 'Use 15+ characters.'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screen against known breaches (HIBP)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length + screening, not composition rules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wpyeg_password_is_pwned( $pw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'pwned',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wpyeg_security_headers (yes) / wpyeg_frame_options (SAMEORIGIN)</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on / separate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wpyeg_disable_author_archives / _redirect_attachment_pages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wpyeg_title_only_admin_search / _frontend_admin_bar_behavior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Click “Remember Me” and you stay logged in for 14 days. Cap that extended session, optionally shorten the regular one, or hide the checkbox entirely. One filter covers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wpyeg_remember_me_days / _session_regular_hours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login page is a site's staff entrance, and by default the welcome mat links to someone else's house — that “W” points out to wordpress.org. Changing it uninvited is intrusive, so the default is to leave it alone.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cheat sheet — defaults that ship ON</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Everything on-by-default in one view, mapped to the core hook.</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4480560"/>
                <a:gridCol w="201168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Core hook</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 REST user 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rest_endpoints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Lock down XML-RPC by category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xmlrpc_methods / wp_xmlrpc_server_class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 strong passwords (15+ / breach-screened)</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user_profile_update_errors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Send baseline security 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wp_headers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comments &amp; 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comments_open / pings_open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 author + attachment 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template_redirect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 / SEO</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emoji script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init (remove_action)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Auto-update core security/maintenance + translations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allow_minor_auto_core_updates / auto_update_translation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Updates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2026-08-02T02:24:50Z</dcterms:created>
  <dcterms:modified xsi:type="dcterms:W3CDTF">2026-08-02T02:24:50Z</dcterms:modified>
</cp:coreProperties>
</file>