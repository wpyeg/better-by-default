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31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31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the isset() guards: a managed host or CDN often sets these already and we should not fight that layer.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One filter covers all of it.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Remembered sessions are capped at five days by default; regular sessions inherit core because zero means unchanged.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Seven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Text 3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9" name="Text 3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6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fill in what nothing else set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$h['X-Content-Type-Options']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$h['X-Content-Type-Options']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$h['Referrer-Policy']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$h['Referrer-Policy']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'strict-origin-when-cross-origin';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framing is its own setting - see the notes</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than the regular one. Shorten either, or hide the checkbox entirely. One filter covers all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$regular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$regular;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2026-08-04T06:14:10Z</dcterms:created>
  <dcterms:modified xsi:type="dcterms:W3CDTF">2026-08-04T06:14:10Z</dcterms:modified>
</cp:coreProperties>
</file>