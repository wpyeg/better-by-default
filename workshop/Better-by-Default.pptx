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WPYEG. Tonight we build one small plugin that flips a menu of sensible defaults on any WordPress site. Whether you write PHP daily or just manage sites, you'll leave knowing WHY each default matters and HOW to toggle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aren't hypothetical. Every one is a default you can flip. The rest of tonight is just: which doors, and the one line of code that closes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nothing else: a default is an add_filter behind an if( option ). Once you see that shape, the entire plugin is just twenty variations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 for non-devs: an action is a doorbell (do something at a moment); a filter is a mail slot (change a value in transit). __return_false is a tiny helper that just hands back false — perfect for switching a feature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Roadmap. We'll spend most time on security and content, then move fast through UX, login, branding, performance, and end at the plugin that bundles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first. The theme: close what you don't use. You can't exploit an endpoint that isn't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 enumeration is step one of most brute-force scripts. This closes it for logged-out requests only, so your editor and integrations keep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system.multicall is the stubborn line: the xmlrpc_methods filter can't remove it — IXR plugs it right back in — so we swap in a server that refuses the call. And don't *block the endpoint* on a Jetpack site: that breaks its WordPress.com connection. The method toggles leave jetpack.*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Switching them off doesn't stop people connecting things — it just pushes them to worse habits, like sharing the login password. So they stay available by default: the safer, revocable REST credential.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trust the client — the JS meter is UX, the server rule is the wall. Length + breach screening is the modern NIST/OWASP guidance; composition rules are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hiding is obscurity, not security — but it cuts automated noise. The three headers are safe defaults; a full CSP is a bigger 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red switch. Default off on purpose. Great teaching moment: not every default should default to ON — some are opt-in because they trade functionality for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 section. These reduce spam surface and clean up thin, duplicate URLs that hurt SEO.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client wants comments, leave this off — but still consider closing pingbacks/trackbacks, which are almost pure spam.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template_redirect fires before a template loads — the perfect place to bounce a request. Same hook, two conditions.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win, but it's on literally every page. Good example of a 'why is this even on?'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quality-of-life defaults. These are more about daily experience and session safety than raw hardening.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post_search_columns (WP 6.2+) narrows the columns instead of rewriting the SQL clause — core's term parsing and the logged-out password guard stay intact. Scope the filter; don't bulldoze the query. That's the craft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WordPress ships handy time constants — DAY_IN_SECONDS, HOUR_IN_SECONDS — so you never hand-count seconds. Good habit to point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pair of sections: a branding touch on the login screen, then two performance levers.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 is keep_default — leave the login screen untouched. Swap in a background-image to drop in the client's own logo. Tiny detail — clients always notice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 by default because deferring scripts can break plugins that expect synchronous jQuery. Test before shipping — hence opt-in.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constants can't be options because they must load before plugins do. Put them in your standard wp-config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design lesson: a data-driven plugin. Adding a new default = one array entry + one if-block in bootstrap. No new settings-page code. That's the pattern to steal.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if there's a sandbox. The /wp-json/wp/v2/users check is the crowd-pleaser — before/after is instantly visible. For the terminal crowd, the WP-CLI one-liner installs and activates from the zip in one shot; swap the local path for a URL if the zip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 confidence-builder. It proves the data-driven pattern: they touch two spots and a real feature toggles. If time is short, walk it verbally.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slide. Everything ON-by-default in one view, mapped to the core hook so they can find it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Wrap: hand out the zip and the reference doc. Invite them to add their own favorite default to the schema and share it back with the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94960"/>
            <a:ext cx="12188952" cy="146304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731520"/>
            <a:ext cx="658368" cy="658368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 }</a:t>
            </a:r>
            <a:endParaRPr lang="en-US" sz="1872" dirty="0"/>
          </a:p>
        </p:txBody>
      </p:sp>
      <p:sp>
        <p:nvSpPr>
          <p:cNvPr id="5" name="Text 3"/>
          <p:cNvSpPr/>
          <p:nvPr/>
        </p:nvSpPr>
        <p:spPr>
          <a:xfrm>
            <a:off x="1600200" y="822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 · Edmonton WordPress Meetup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by Default</a:t>
            </a:r>
            <a:endParaRPr lang="en-US" sz="68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Sane defaults for every new WordPress site — one toggle at a time.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hands-on workshop  </a:t>
            </a:r>
            <a:pPr indent="0" marL="0">
              <a:buNone/>
            </a:pPr>
            <a:r>
              <a:rPr lang="en-US" sz="1400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 the better-by-default plugin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fresh WordPress install ships wide open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the box, core leaves a lot of doors ajar and a lot of noise switched on. None of it is a bug — it's just defaults chosen for maximum compatibility, not for your site.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743200"/>
            <a:ext cx="502920" cy="502920"/>
          </a:xfrm>
          <a:prstGeom prst="ellipse">
            <a:avLst/>
          </a:prstGeom>
          <a:solidFill>
            <a:srgbClr val="E07A5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430" dirty="0"/>
          </a:p>
        </p:txBody>
      </p:sp>
      <p:sp>
        <p:nvSpPr>
          <p:cNvPr id="7" name="Text 5"/>
          <p:cNvSpPr/>
          <p:nvPr/>
        </p:nvSpPr>
        <p:spPr>
          <a:xfrm>
            <a:off x="1508760" y="269748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Usernames leak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08760" y="3172968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author archives happily list every login name to anonymous visitors.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242316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2743200"/>
            <a:ext cx="502920" cy="502920"/>
          </a:xfrm>
          <a:prstGeom prst="ellipse">
            <a:avLst/>
          </a:prstGeom>
          <a:solidFill>
            <a:srgbClr val="E07A5F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7315200" y="269748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Legacy XML-RPC wide open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315200" y="3172968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pingback and system.multicall amplifiers answer by default.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846320"/>
            <a:ext cx="502920" cy="502920"/>
          </a:xfrm>
          <a:prstGeom prst="ellipse">
            <a:avLst/>
          </a:prstGeom>
          <a:solidFill>
            <a:srgbClr val="C88F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</a:t>
            </a:r>
            <a:endParaRPr lang="en-US" sz="1430" dirty="0"/>
          </a:p>
        </p:txBody>
      </p:sp>
      <p:sp>
        <p:nvSpPr>
          <p:cNvPr id="17" name="Text 15"/>
          <p:cNvSpPr/>
          <p:nvPr/>
        </p:nvSpPr>
        <p:spPr>
          <a:xfrm>
            <a:off x="1508760" y="48006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Dead weight loads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08760" y="5276088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 scripts, version tags, and RSD links ship on every single page view.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55080" y="452628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4846320"/>
            <a:ext cx="502920" cy="502920"/>
          </a:xfrm>
          <a:prstGeom prst="ellipse">
            <a:avLst/>
          </a:prstGeom>
          <a:solidFill>
            <a:srgbClr val="C88F33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</a:t>
            </a:r>
            <a:endParaRPr lang="en-US" sz="1430" dirty="0"/>
          </a:p>
        </p:txBody>
      </p:sp>
      <p:sp>
        <p:nvSpPr>
          <p:cNvPr id="22" name="Text 20"/>
          <p:cNvSpPr/>
          <p:nvPr/>
        </p:nvSpPr>
        <p:spPr>
          <a:xfrm>
            <a:off x="7315200" y="48006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Spam surface invites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315200" y="5276088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Comments, pingbacks, and trackbacks are open by default on new content.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760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760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51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 to take 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“default” is just an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opinionated filter behind a toggle.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4114800"/>
            <a:ext cx="10698480" cy="1737360"/>
          </a:xfrm>
          <a:prstGeom prst="roundRect">
            <a:avLst>
              <a:gd name="adj" fmla="val 4211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4279392"/>
            <a:ext cx="1029614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 wpyeg_defaults_enabled( 'restrict_rest_user_discovery' ) ) {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add_filter( 'rest_endpoints', $hide_users_endpoint );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  // that's the whole pattern, repeated ~20 times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words, gently: hooks &amp; filters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is built to be interrupted on purpose. You don't edit core — you hop in at labeled moments.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651760"/>
            <a:ext cx="640080" cy="64008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20" dirty="0"/>
          </a:p>
        </p:txBody>
      </p:sp>
      <p:sp>
        <p:nvSpPr>
          <p:cNvPr id="7" name="Text 5"/>
          <p:cNvSpPr/>
          <p:nvPr/>
        </p:nvSpPr>
        <p:spPr>
          <a:xfrm>
            <a:off x="1737360" y="23500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737360" y="28346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“When you reach this moment, also DO this.” A doorbell you answer.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772400" y="2606040"/>
            <a:ext cx="3611880" cy="731520"/>
          </a:xfrm>
          <a:prstGeom prst="roundRect">
            <a:avLst>
              <a:gd name="adj" fmla="val 7500"/>
            </a:avLst>
          </a:prstGeom>
          <a:solidFill>
            <a:srgbClr val="0E2836"/>
          </a:solidFill>
          <a:ln/>
        </p:spPr>
      </p:sp>
      <p:sp>
        <p:nvSpPr>
          <p:cNvPr id="10" name="Text 8"/>
          <p:cNvSpPr/>
          <p:nvPr/>
        </p:nvSpPr>
        <p:spPr>
          <a:xfrm>
            <a:off x="7909560" y="26060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add_action( 'init', fn );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4526280"/>
            <a:ext cx="640080" cy="64008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1820" dirty="0"/>
          </a:p>
        </p:txBody>
      </p:sp>
      <p:sp>
        <p:nvSpPr>
          <p:cNvPr id="14" name="Text 12"/>
          <p:cNvSpPr/>
          <p:nvPr/>
        </p:nvSpPr>
        <p:spPr>
          <a:xfrm>
            <a:off x="1737360" y="42245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737360" y="47091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you use this value, let me CHANGE it first.” A mail slot that edits the letter.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772400" y="4480560"/>
            <a:ext cx="3611880" cy="731520"/>
          </a:xfrm>
          <a:prstGeom prst="roundRect">
            <a:avLst>
              <a:gd name="adj" fmla="val 7500"/>
            </a:avLst>
          </a:prstGeom>
          <a:solidFill>
            <a:srgbClr val="0E2836"/>
          </a:solidFill>
          <a:ln/>
        </p:spPr>
      </p:sp>
      <p:sp>
        <p:nvSpPr>
          <p:cNvPr id="17" name="Text 15"/>
          <p:cNvSpPr/>
          <p:nvPr/>
        </p:nvSpPr>
        <p:spPr>
          <a:xfrm>
            <a:off x="7909560" y="4480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'xmlrpc_enabled', '__return_false' );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categories of default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2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30175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 the attack surface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07992" y="155448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28032" y="187452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20" dirty="0"/>
          </a:p>
        </p:txBody>
      </p:sp>
      <p:sp>
        <p:nvSpPr>
          <p:cNvPr id="11" name="Text 9"/>
          <p:cNvSpPr/>
          <p:nvPr/>
        </p:nvSpPr>
        <p:spPr>
          <a:xfrm>
            <a:off x="4828032" y="260604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828032" y="30175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public spam &amp; leaks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467344" y="155448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787384" y="187452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8787384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20" dirty="0"/>
          </a:p>
        </p:txBody>
      </p:sp>
      <p:sp>
        <p:nvSpPr>
          <p:cNvPr id="16" name="Text 14"/>
          <p:cNvSpPr/>
          <p:nvPr/>
        </p:nvSpPr>
        <p:spPr>
          <a:xfrm>
            <a:off x="8787384" y="260604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UX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787384" y="30175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Calmer, faster dashboard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29768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20" dirty="0"/>
          </a:p>
        </p:txBody>
      </p:sp>
      <p:sp>
        <p:nvSpPr>
          <p:cNvPr id="21" name="Text 19"/>
          <p:cNvSpPr/>
          <p:nvPr/>
        </p:nvSpPr>
        <p:spPr>
          <a:xfrm>
            <a:off x="868680" y="502920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68680" y="54406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&amp; credentials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507992" y="397764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28032" y="429768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25" name="Text 23"/>
          <p:cNvSpPr/>
          <p:nvPr/>
        </p:nvSpPr>
        <p:spPr>
          <a:xfrm>
            <a:off x="4828032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20" dirty="0"/>
          </a:p>
        </p:txBody>
      </p:sp>
      <p:sp>
        <p:nvSpPr>
          <p:cNvPr id="26" name="Text 24"/>
          <p:cNvSpPr/>
          <p:nvPr/>
        </p:nvSpPr>
        <p:spPr>
          <a:xfrm>
            <a:off x="4828032" y="502920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Branding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4828032" y="54406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login screen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467344" y="397764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787384" y="429768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8787384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20" dirty="0"/>
          </a:p>
        </p:txBody>
      </p:sp>
      <p:sp>
        <p:nvSpPr>
          <p:cNvPr id="31" name="Text 29"/>
          <p:cNvSpPr/>
          <p:nvPr/>
        </p:nvSpPr>
        <p:spPr>
          <a:xfrm>
            <a:off x="8787384" y="502920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787384" y="54406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the page weight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914400"/>
            <a:ext cx="868680" cy="8686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144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70" dirty="0"/>
          </a:p>
        </p:txBody>
      </p:sp>
      <p:sp>
        <p:nvSpPr>
          <p:cNvPr id="5" name="Text 3"/>
          <p:cNvSpPr/>
          <p:nvPr/>
        </p:nvSpPr>
        <p:spPr>
          <a:xfrm>
            <a:off x="187452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&amp;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 Surface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here removes something an attacker can poke — usually in one line.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1 of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 REST API user discovery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/wp/v2/users endpoint hands out every author's login name to anyone — half of a brute-force guess, free. We keep REST working for logged-in tools but slam the door on anonymous enumeration.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wpyeg_restrict_rest_user_discovery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'rest_endpoints', function ( $ep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 ! is_user_logged_in()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unset( $ep['/wp/v2/users']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unset(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$ep['/wp/v2/users/(?P&lt;id&gt;[\d]+)']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$ep;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2 of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 XML-RPC down by category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XML-RPC is an old switchboard — every method is a line. We unplug the lines we don't want: pingbacks (spam/DDoS) and the credential-authenticated blogging APIs (the brute-force target), via a method filter. system.multicall can't be filtered off, so a replacement server refuses it. Jetpack's jetpack.* lines stay untouched.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wpyeg_xmlrpc_allow_pingbacks / _remote_publishing / _multicall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8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(each)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each category off → remove its methods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'xmlrpc_methods', function ( $m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 ! allow( 'pingbacks' ) 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unset( $m['pingback.ping']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 ! allow( 'remote_publishing' ) 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drop wp.* metaWeblog.* mt.* blogger.*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$m;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multicall: swap in a server that refuses it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'wp_xmlrpc_server_class', $refuse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3 of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Application Passwords available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we don't lock down. An Application Password is a spare key cut for one app — hashed, per-application, revocable on its own. It's the safer REST credential, and the only one core accepts for REST Basic Auth. So they stay on; prohibit them only if policy forbids non-interactive credentials.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wpyeg_disable_application_passwords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8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(available)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available by default —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prohibit only if opted in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 wpyeg_defaults_enabled(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'disable_application_passwords' ) ) {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add_filter(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'wp_is_application_passwords_available',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'__return_false'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4 of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 strong passwords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changed: NIST 800-63B and OWASP now say length plus breach screening beats composition rules. Forcing upper/lower/number/symbol just herds everyone to Password1! — predictable, not strong. We require 15+ chars and screen against known breaches, server-side.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wpyeg_require_strong_passwords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hooked on user_profile_update_errors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 strlen( $pw ) &lt; 15 )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$errors-&gt;add( 'short', 'Use 15+ chars.'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screen against breaches (HIBP),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not composition rules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 wpyeg_password_is_pwned( $pw )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$errors-&gt;add( 'pwned', 'Seen in a breach.'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5 of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fingerprints, add headers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quick wins: stop broadcasting your exact core version to vulnerability scanners, and send three low-risk security headers that most sites can adopt without breaking anything.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wpyeg_remove_version / _security_headers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 / 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remove_action( 'wp_head', 'wp_generator'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'wp_headers', function ( $h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$h['X-Content-Type-Options'] = 'nosniff';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$h['X-Frame-Options']        = 'SAMEORIGIN';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$h['Referrer-Policy'] =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'strict-origin-when-cross-origin';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$h;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6 of 6 · opt-in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 REST to logged-in users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nuclear option. Requiring auth for ALL REST calls stops anonymous scraping cold — but it also breaks the block editor and many blocks. That's why it ships OFF. Reach for it only on pure brochure sites.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wpyeg_disable_rest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8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'rest_authentication_errors',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( $result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 ! empty( $result ) ) return $result;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 ! is_user_logged_in()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new WP_Error(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'rest_not_logged_in', 'Auth required.',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array( 'status' =&gt; 401 )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$result;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914400"/>
            <a:ext cx="868680" cy="8686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144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70" dirty="0"/>
          </a:p>
        </p:txBody>
      </p:sp>
      <p:sp>
        <p:nvSpPr>
          <p:cNvPr id="5" name="Text 3"/>
          <p:cNvSpPr/>
          <p:nvPr/>
        </p:nvSpPr>
        <p:spPr>
          <a:xfrm>
            <a:off x="187452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&amp;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Surfaces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spam funnels and the thin pages Google (and bots) love to crawl.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· 1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Disable comments, trackbacks &amp; pingbacks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most business sites, comments are a spam magnet with little upside. We close them everywhere, hide existing threads, drop the admin menu, and default new posts to pings-closed.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wpyeg_disable_comments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'comments_open', '__return_false', 20 );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'pings_open',    '__return_false', 20 );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'comments_array',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'__return_empty_array', 20 );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remove_post_type_support() on init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remove_menu_page('edit-comments.php')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drop the admin-bar comments node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· 2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Redirect author &amp; attachment pages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thin-content leaks, same fix. Author archives expose login slugs; attachment pages are near-empty media wrappers. Both dilute SEO and add surface. Send them home with a 301.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wpyeg_disable_author_archives / _redirect_attachment_pages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 / 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add_action( 'template_redirect', function ()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 is_author()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wp_safe_redirect( home_url('/'), 301 );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exit;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 is_attachment()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301 to parent post, or home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· 3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Disable the emoji script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injects an emoji-detection script and inline CSS on every page load, plus a DNS-prefetch hint. Modern browsers render emoji natively, so this is pure dead weight you can shed.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wpyeg_disable_emojis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add_action( 'init', function ()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remove_action( 'wp_head',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'print_emoji_detection_script', 7 );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remove_action( 'wp_print_styles',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'print_emoji_styles'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...admin + feed + mail variants too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add_filter( 'emoji_svg_url',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'__return_false'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914400"/>
            <a:ext cx="868680" cy="8686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144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70" dirty="0"/>
          </a:p>
        </p:txBody>
      </p:sp>
      <p:sp>
        <p:nvSpPr>
          <p:cNvPr id="5" name="Text 3"/>
          <p:cNvSpPr/>
          <p:nvPr/>
        </p:nvSpPr>
        <p:spPr>
          <a:xfrm>
            <a:off x="187452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UX &amp;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Sessions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defaults: a calmer dashboard and sensible session policy.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search, quieter admin bar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big sites the admin list-table search reads every word of every post — and crawls. Title-only search checks just the spines, far faster (off by default — it changes editor expectations). And the floating front-end admin bar can be hidden for non-admins.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wpyeg_title_only_admin_search / _frontend_admin_bar_behavior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8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/ ''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title-only admin search — narrow the COLUMNS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'post_search_columns',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( $cols, $s, $q ) {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 is_admin() &amp;&amp; $q-&gt;is_main_query() )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array( 'post_title' );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$cols;   // front-end untouched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10, 3 );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hide bar for non-admins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'show_admin_bar', fn( $s ) =&gt;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current_user_can('manage_options') ? $s : false );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SESSIONS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Right-size the login session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Core's “Remember Me” lasts 14 days — often too long. Cap it (say 5 days), optionally shorten regular logins, or hide the checkbox entirely for shared machines. One filter does all three.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wpyeg_remember_me_days / _session_regular_hours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0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'auth_cookie_expiration',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( $exp, $uid, $remember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 $remember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5 * DAY_IN_SECONDS;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12 * HOUR_IN_SECONDS;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10, 3 );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DAY_IN_SECONDS: core time constant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914400"/>
            <a:ext cx="868680" cy="8686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144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70" dirty="0"/>
          </a:p>
        </p:txBody>
      </p:sp>
      <p:sp>
        <p:nvSpPr>
          <p:cNvPr id="5" name="Text 3"/>
          <p:cNvSpPr/>
          <p:nvPr/>
        </p:nvSpPr>
        <p:spPr>
          <a:xfrm>
            <a:off x="187452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Branding &amp;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login screen, then shave the last bit of weight off every page.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the login screen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login page is the site's front door — and the default “W” on wp-login.php links out to wordpress.org, a subtle trust leak. But repainting a client's front door uninvited is rude, so the default is to leave it alone; removing, unlinking, or replacing the logo is an opt-in, and any change points the link home.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wpyeg_login_logo_behavior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keep_default (keep / remove / unlink / replace)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remove, unlink, or replace — a choice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add_action( 'login_head', $logo_css );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any change points the link home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(no separate toggle)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'login_headerurl', 'home_url' );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'login_headertext', fn() =&gt;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get_bloginfo( 'name' ) );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· opt-in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Throttle Heartbeat, defer scripts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opt-in levers. The Heartbeat API polls admin-ajax every 15–60s — throttle it (and drop it on the dashboard home) to ease shared hosting. And defer non-critical front-end scripts so they stop blocking render.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wpyeg_throttle_heartbeat / _defer_scripts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8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/ no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'heartbeat_settings', fn( $s ) =&gt;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$s['interval'] = 60; return $s;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'script_loader_tag',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( $tag, $handle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add ' defer' (skip jquery-core)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$tag;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10, 2 );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a plugin can't toggle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defaults live in wp-config.php, above the plugin layer. Document these as manual steps in your onboarding checklist.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2313432"/>
            <a:ext cx="1066190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define( 'DISALLOW_FILE_EDIT', true );  // no in-dashboard code editor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define( 'AUTOSAVE_INTERVAL', 120 );    // gentler autosave (seconds)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define( 'WP_POST_REVISIONS', 10 );     // cap revision-table bloat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34340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4590288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452628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Kills the theme/plugin editor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5138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stolen admin login can't rewrite your PHP from the dashboard.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70248" y="434340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6280" y="4590288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38928" y="452628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Writes to the DB less often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26280" y="5138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autosave revisions during long edits.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91856" y="434340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47888" y="4590288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18" name="Text 16"/>
          <p:cNvSpPr/>
          <p:nvPr/>
        </p:nvSpPr>
        <p:spPr>
          <a:xfrm>
            <a:off x="8247888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60536" y="452628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Keeps revisions in check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47888" y="5138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per post instead of unbounded growth.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plugin is built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array is the whole map. Read it and you understand the plugin.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16323F"/>
          </a:solidFill>
          <a:ln w="12700">
            <a:solidFill>
              <a:srgbClr val="276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95728"/>
            <a:ext cx="566928" cy="566928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12" dirty="0"/>
          </a:p>
        </p:txBody>
      </p:sp>
      <p:sp>
        <p:nvSpPr>
          <p:cNvPr id="7" name="Text 5"/>
          <p:cNvSpPr/>
          <p:nvPr/>
        </p:nvSpPr>
        <p:spPr>
          <a:xfrm>
            <a:off x="1645920" y="2450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schema()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3154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array: every setting, its default, type &amp; group. The single source of truth.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041648" y="2148840"/>
            <a:ext cx="4572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16323F"/>
          </a:solidFill>
          <a:ln w="12700">
            <a:solidFill>
              <a:srgbClr val="2760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566928" cy="566928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12" dirty="0"/>
          </a:p>
        </p:txBody>
      </p:sp>
      <p:sp>
        <p:nvSpPr>
          <p:cNvPr id="13" name="Text 11"/>
          <p:cNvSpPr/>
          <p:nvPr/>
        </p:nvSpPr>
        <p:spPr>
          <a:xfrm>
            <a:off x="5394960" y="2450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 page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81728" y="3154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the schema to render toggles under Settings → Better by Default.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90688" y="2148840"/>
            <a:ext cx="4572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138160" y="214884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16323F"/>
          </a:solidFill>
          <a:ln w="12700">
            <a:solidFill>
              <a:srgbClr val="2760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2395728"/>
            <a:ext cx="566928" cy="566928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12" dirty="0"/>
          </a:p>
        </p:txBody>
      </p:sp>
      <p:sp>
        <p:nvSpPr>
          <p:cNvPr id="19" name="Text 17"/>
          <p:cNvSpPr/>
          <p:nvPr/>
        </p:nvSpPr>
        <p:spPr>
          <a:xfrm>
            <a:off x="9144000" y="2450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bootstrap()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30768" y="3154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ENABLED key, wires its add_filter / add_action to the right hook.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927080" cy="1234440"/>
          </a:xfrm>
          <a:prstGeom prst="roundRect">
            <a:avLst>
              <a:gd name="adj" fmla="val 5926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" y="4873752"/>
            <a:ext cx="1052474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$stored = get_option('wpyeg_better_by_default');   // read once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 wpyeg_defaults_schema() as $key =&gt; $field ) { /* render + wire */ }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▶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1325880" y="5029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Hands-on: install &amp; flip switches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50800" dist="25400" dir="5400000">
              <a:srgbClr val="C7D4DB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600200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44475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the plugin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54880" y="1444752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→ Add New → Upload Plugin → choose better-by-default.zip → Activate.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1401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50800" dist="25400" dir="5400000">
              <a:srgbClr val="C7D4DB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2642616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42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248716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settings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54880" y="24871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Better by Default. Every toggle is grouped by category.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50800" dist="25400" dir="5400000">
              <a:srgbClr val="C7D4DB">
                <a:alpha val="5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3685032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352958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a default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754880" y="3529584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/wp-json/wp/v2/users logged out — 401 or empty, not a list of usernames.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498848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50800" dist="25400" dir="5400000">
              <a:srgbClr val="C7D4DB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727448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727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63040" y="45720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Toggle &amp; re-check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754880" y="457200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a switch off, reload, watch the behavior change. That's the filter turning on and off.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77840"/>
            <a:ext cx="11064240" cy="658368"/>
          </a:xfrm>
          <a:prstGeom prst="roundRect">
            <a:avLst>
              <a:gd name="adj" fmla="val 9722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prefer the terminal?   </a:t>
            </a:r>
            <a:pPr indent="0" marL="0">
              <a:buNone/>
            </a:pPr>
            <a:r>
              <a:rPr lang="en-US" sz="13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 plugin install ./better-by-default.zip --activate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760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one new default to the plugin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disable the WordPress dashboard “Welcome” panel. Two small edits — no new settings-page code.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3246120"/>
            <a:ext cx="10698480" cy="2468880"/>
          </a:xfrm>
          <a:prstGeom prst="roundRect">
            <a:avLst>
              <a:gd name="adj" fmla="val 2963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3410712"/>
            <a:ext cx="1029614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1) add a schema entry in wpyeg_defaults_schema()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'hide_welcome_panel' =&gt; array(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'default' =&gt; 'yes', 'type' =&gt; 'toggle', 'group' =&gt; 'ux',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'label' =&gt; 'Hide dashboard welcome panel',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2) wire it inside wpyeg_defaults_bootstrap()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 wpyeg_defaults_enabled( 'hide_welcome_panel' ) 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remove_action( 'welcome_panel', 'wp_welcome_panel' 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cheat sheet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that ship ON — safe for nearly any site.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480560"/>
                <a:gridCol w="20116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607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 hook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607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607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 REST user discovery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rest_endpoints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 down XML-RPC by category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xmlrpc_methods / wp_xmlrpc_server_class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 strong passwords (15+ / breach-screened)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user_profile_update_errors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version + security headers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wp_generator / wp_headers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Disable comments &amp; pingbacks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comments_open / pings_open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 author + attachment pages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template_redirect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/ SEO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Disable emoji script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 (remove_action)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212080"/>
            <a:ext cx="12188952" cy="164592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77724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77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 }</a:t>
            </a:r>
            <a:endParaRPr lang="en-US" sz="182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Thanks, WPYEG!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plugin, fork it, teach it. A default is just an opinionated filter behind a toggle.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Files:  </a:t>
            </a:r>
            <a:pPr indent="0" marL="0">
              <a:buNone/>
            </a:pPr>
            <a:r>
              <a:rPr lang="en-US" sz="140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better-by-default.zip</a:t>
            </a:r>
            <a:pPr indent="0" marL="0">
              <a:buNone/>
            </a:pPr>
            <a:r>
              <a:rPr lang="en-US" sz="1400" dirty="0">
                <a:solidFill>
                  <a:srgbClr val="8A9A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140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wordpress-default-settings.md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</a:t>
            </a:r>
            <a:pPr indent="0" marL="0">
              <a:buNone/>
            </a:pPr>
            <a:r>
              <a:rPr lang="en-US" sz="16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GPL-2.0-or-later — ship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Better by Default</dc:title>
  <dc:subject>PptxGenJS Presentation</dc:subject>
  <dc:creator>WPYEG</dc:creator>
  <cp:lastModifiedBy>WPYEG</cp:lastModifiedBy>
  <cp:revision>1</cp:revision>
  <dcterms:created xsi:type="dcterms:W3CDTF">2026-07-19T17:07:21Z</dcterms:created>
  <dcterms:modified xsi:type="dcterms:W3CDTF">2026-07-19T17:07:21Z</dcterms:modified>
</cp:coreProperties>
</file>