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31 sensible but little-known and seldom used defaults for WordPress sites in 2026. Whether you write PHP daily or just manage WordPress sites, you'll leave knowing why each default matters and how to enable (or disable) it. This workshop and plugin distils years of experience and new learning from a recent project that I've summed up in this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or quite the security risks popular human and AI opinion allege. They are defaults chosen for maximum compatibility on a 20+ year-old web application. You probably don't need them and can tighten up your own WordPress sites unless you're into the IndieWeb and radical open source anarchism, which I highly recommend. Probing the oldest parts of WordPress is a good way to learn some history and important fundamentals about how WordPress works —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31 settings built around that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debugging model, not a universal 'last plugin wins' rule. Constants cannot be redefined; filters pass a value through every callback; actions may accumulate effects. wp-config.php is loaded before plugins. Must-use plugins load before normal plugins. Normal plugins are included in the stored active_plugins order — PMP before BBD on this demo site. Within a hook, lower priorities run earlier, higher priorities later, and equal priorities retain registration order. Sources: https://developer.wordpress.org/advanced-administration/plugins/mu-plugins/ ; https://developer.wordpress.org/plugins/hooks/actions/#priority ; https://developer.wordpress.org/reference/functions/wp_get_active_and_valid_plugins/ ; https://developer.wordpress.org/advanced-administration/wordpress/wp-config/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updates, UX, login, branding, and performance, and we'll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exposes every public author's name, ID, profile link, and slug to anyone. Because an author slug often resembles a login name, that gives attack scripts a useful credential hint for free. By closing the user-list and numeric user routes for logged-out requests only, the editor and legitimate integrations keep working while anonymous enumeration attempts receive an ordinary 404. It's partly security by obscurity — not a substitute for strong passwords, MFA, or rate limiting — but it also rejects junk requests from bots that are up to no good. Why spend even a few extra electrons helping them? Author archives take the separate path we'll see later: a 301 to the homepage. If probes persist, a properly configured host can count those request patterns and ban the source IP with Fail2Ban or a similar tool such as CrowdSec, SSHGuard, or Defensia.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 a legitimate but aging API. (Mad love to Dave Winer!) It's not a backdoor or an emergency. It is an old switchboard where every method is a phone line. Rather than rip out a connection that Jetpack or a publishing client may need, we unplug unused lines by category. Four switches, all off by default:
1. Pingbacks — drop pingback.ping, the clearest live nuisance and reflection-DDoS surface. A valid call performs database work, waits a second, and fetches the claimed source URL. Keep it if you're a crusty punk who loves the IndieWeb and everything before Facebook turned everything to shit, ca. 2005.
2. Remote publishing — drop the credential-authenticated blogging methods (wp.*, metaWeblog.*, mt.*, blogger.*), another password-guessing entrance when legacy clients are not needed. This also flips xmlrpc_enabled off and removes the RSD discovery link.
3. system.multicall — refuse a general batching wrapper with little established modern use. WordPress 4.4 prevented it from being used as a password-guessing multiplier, so the old 'thousands of guesses' story is obsolete. (To this day, people say XML-RPC is some kind of open, free credential verification oracle — NOT TRUE.) Multicall can still batch other work, including pingbacks, but it does not enable pingback abuse.
4. Block the endpoint — the blunt hammer: xmlrpc.php returns 403 for everything. Prefer doing this at the CDN, WAF, or web server so the request never consumes PHP.
The first three are surgical and leave third-party registrations such as Jetpack's jetpack.* in place. That is not a compatibility guarantee: keep the endpoint reachable, leave Remote Publishing enabled until testing proves it unnecessary, and test the Jetpack connection and features after method changes. Block the endpoint only when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SP 800-63B-4 § 3.1.1.2 calls for at least 15 characters for single-factor passwords, no composition rules, and a blocklist of commonly used, expected, or compromised passwords. BBD first applies its length rule, a small local blocklist, and checks for the username or email name. It then screens the candidate against the Have I Been Pwned Pwned Passwords range API.
The privacy trick is k-anonymity. BBD computes the candidate's SHA-1 hash locally, sends HIBP only the first five hexadecimal characters, and receives roughly 800–1,000 suffixes that share that prefix. BBD compares the remaining 35 characters locally. The password and its full hash never leave WordPress. SHA-1 is only HIBP's lookup format here; WordPress still owns password storage and uses its normal password hashing.
BBD also sends Add-Padding: true, so response size does not disclose how many real matches exist; synthetic rows have a count of zero and are ignored. WordPress caps the response at 128 KiB with limit_response_size. Because a response reaching that cap may be truncated, capped, empty, malformed, failed, and non-200 responses are treated as unavailable and fail open. Only structurally valid prefix responses are cached for 12 hours; the local length, blocklist, and personal-context checks still apply. The same server-side validator covers profile changes, password resets, and REST user-password requests.
Sources: HIBP API v3, Pwned Passwords — Searching by hash range using k-anonymity and Introducing padding: https://haveibeenpwned.com/API/v3#SearchingPwnedPasswordsByRange ; NIST SP 800-63B-4 § 3.1.1.2, Password Verifiers: https://pages.nist.gov/800-63-4/sp800-63b/authenticators/#passwordver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
Closing comments is four jobs, not one: the template, the data, the editor, and the page. comments_open and comments_array answer the theme's comment template. comments_pre_query answers everything else — /wp/v2/comments most of all, which otherwise serves every comment the site has ever had. allowed_block_types_all takes the comment blocks out of the inserter, but the inserter only decides what an editor can add NEXT, and a block theme has already put those blocks in its post template. That markup needs render_block to return an empty string, or every post prints a "Comments" heading over an empty wrapper and the site reads as broken rather than as one that deliberately has no comments. get_comments_number is the same gap one layer down: wp_count_comments() answers zero once the query filter is in place, but the theme's heading reads the post's cached comment_count and cheerfully prints "1 Comment" above a thread that renders nothing.
Returning an empty string rather than unregistering the block types is what keeps this reversible. The blocks stay registered, the theme's markup stays as its author wrote it, and turning the setting off brings the whole thing back with nothing to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Dropping the &lt;link rel="alternate"&gt; stops the feed being advertised; it does not stop it being served. /comments/feed/ and &lt;post&gt;/feed/ keep answering 200 to anyone who types the URL, and a crawler that saw one once keeps asking. With comment queries already emptied, they answer 200 with nothing — a live, crawlable endpoint whose only purpose is to say nothing. That is the worst of both.
set_404() re-runs init_query_flags(), which clears is_feed() along with everything else, so the template loader stops routing to do_feed() and renders the theme's 404 instead. That is why is_comment_feed() has to be tested FIRST: a moment later there is nothing left to test.
And redirect_canonical has to go with it — this is the part worth remembering. It does not bail on a 404. It calls redirect_guess_404_permalink(), and against the query we have just emptied it answers /post-name/feed/ with a 301 to /post-name/feed/feed/. Leaving it hooked turns a clean 404 into a redirect to a URL that has never existed, which is worse than the bug we set out to fix.
EVERY FILTER-LEVEL TEST STILL PASSES. ONLY A REAL REQUEST CATCHES IT. That is the honest limit of the pattern this whole talk is built on: a filter behind a toggle is a claim about one hook, and what a visitor actually gets is the sum of all of them. The recursion trap in limit_unfiltered_html_to_admins is the same lesson from the other direction — a user_has_cap filter that asks a capability question calls itself, so it has to decide from $user-&gt;roles and the already-resolved $allcaps and never ask. Test the request, not just the 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login lasts 2 days; ticking "Remember Me" extends it to 14. Both lengths are in days, and the remembered one can never be shorter than the regular one. Shorten either, or hide the "Remember Me" checkbox entirely so every login uses the regular length. (Good idea for shared machines.) One filter covers all of it.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and the default WordPress "W" on wp-login.php links to wordpress.org. Removing, unlinking, or replacing it keeps the login screen organizationally consistent and prevents the logo from sending users to an unexpected external site. Changing a site's login screen out of the box is intrusive, though, so the default is to LEAVE IT ALONE. Any opt-in change points the link home. Swap in a background-image to use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unprefixed keys stored inside the single wpyeg_better_by_default option. An allow-setting at no can still mean a protective behaviour is active: the three XML-RPC categories are unavailable by default, while the all-or-nothing endpoint block remains opt-in. Application Passwords remain available; strong-password validation is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connectors are disabled through the WordPress 7.0 core gate and the Connectors screen is closed. Baseline headers and SAMEORIGIN ship separately because framing can break legitimate embeds. BBD governs core release classes unless a constant wins, while language files and plugin/theme code remain with WordPress, the host, or fleet tooling.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comment and pingback settings are separate because a site may keep comments while closing new-post pings and suppressing self-pingbacks. Title-only search and front-end admin-bar changes remain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visible names on earlier slides are schema keys, not separate WordPress options. Remembered sessions are capped at five days by default; regular sessions inherit core because zero means unchanged. The login logo and Heartbeat remain opt-in, and the three configuration constants stay above the plugin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favourite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 or quite the security risks popular opinion alleges. They are defaults chosen for maximum compatibility on a 20+ year-old web application.</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and author archives expose public author slugs that often resemble login names.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XML-RPC exposed</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A venerable interop protocol Jetpack still uses. If you don't need it, it just adds attack surface.</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 Do you need them?</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are open by default. Legacy cruft, or the heart of the open web?</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across the plugin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Actions</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Filters</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What wins when settings overlap?</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wp-config.php constants</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first. When core treats one as authoritative, plugin settings cannot override it.</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Must-use plugins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before normal plugins, so their callbacks register first.</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Normal plugins</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Load in active_plugins order — PMP before BBD on this demo site.</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Hook priority</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Lower runs earlier; higher runs later. Ties keep registration order.</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7C070"/>
                </a:solidFill>
                <a:latin typeface="Courier New" pitchFamily="34" charset="0"/>
                <a:ea typeface="Courier New" pitchFamily="34" charset="-122"/>
                <a:cs typeface="Courier New" pitchFamily="34" charset="-120"/>
              </a:rPr>
              <a:t>effective behaviour = hard constants + every callback, in execution order</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Seven categories of defaults</a:t>
            </a:r>
            <a:endParaRPr lang="en-US" sz="3400" dirty="0"/>
          </a:p>
        </p:txBody>
      </p:sp>
      <p:sp>
        <p:nvSpPr>
          <p:cNvPr id="3" name="Shape 1"/>
          <p:cNvSpPr/>
          <p:nvPr/>
        </p:nvSpPr>
        <p:spPr>
          <a:xfrm>
            <a:off x="548640"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Security</a:t>
            </a:r>
            <a:endParaRPr lang="en-US" sz="1900" dirty="0"/>
          </a:p>
        </p:txBody>
      </p:sp>
      <p:sp>
        <p:nvSpPr>
          <p:cNvPr id="7" name="Text 5"/>
          <p:cNvSpPr/>
          <p:nvPr/>
        </p:nvSpPr>
        <p:spPr>
          <a:xfrm>
            <a:off x="868680"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Make the attack surface smaller</a:t>
            </a:r>
            <a:endParaRPr lang="en-US" sz="1250" dirty="0"/>
          </a:p>
        </p:txBody>
      </p:sp>
      <p:sp>
        <p:nvSpPr>
          <p:cNvPr id="8" name="Shape 6"/>
          <p:cNvSpPr/>
          <p:nvPr/>
        </p:nvSpPr>
        <p:spPr>
          <a:xfrm>
            <a:off x="3419856"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3739896" y="1874520"/>
            <a:ext cx="640080" cy="640080"/>
          </a:xfrm>
          <a:prstGeom prst="ellipse">
            <a:avLst/>
          </a:prstGeom>
          <a:solidFill>
            <a:srgbClr val="E0A94B"/>
          </a:solidFill>
          <a:ln/>
        </p:spPr>
      </p:sp>
      <p:sp>
        <p:nvSpPr>
          <p:cNvPr id="10" name="Text 8"/>
          <p:cNvSpPr/>
          <p:nvPr/>
        </p:nvSpPr>
        <p:spPr>
          <a:xfrm>
            <a:off x="3739896"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3739896"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Updates</a:t>
            </a:r>
            <a:endParaRPr lang="en-US" sz="1900" dirty="0"/>
          </a:p>
        </p:txBody>
      </p:sp>
      <p:sp>
        <p:nvSpPr>
          <p:cNvPr id="12" name="Text 10"/>
          <p:cNvSpPr/>
          <p:nvPr/>
        </p:nvSpPr>
        <p:spPr>
          <a:xfrm>
            <a:off x="3739896"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deliberate core &amp; translation policy</a:t>
            </a:r>
            <a:endParaRPr lang="en-US" sz="1250" dirty="0"/>
          </a:p>
        </p:txBody>
      </p:sp>
      <p:sp>
        <p:nvSpPr>
          <p:cNvPr id="13" name="Shape 11"/>
          <p:cNvSpPr/>
          <p:nvPr/>
        </p:nvSpPr>
        <p:spPr>
          <a:xfrm>
            <a:off x="6291072"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6611112" y="1874520"/>
            <a:ext cx="640080" cy="640080"/>
          </a:xfrm>
          <a:prstGeom prst="ellipse">
            <a:avLst/>
          </a:prstGeom>
          <a:solidFill>
            <a:srgbClr val="E0A94B"/>
          </a:solidFill>
          <a:ln/>
        </p:spPr>
      </p:sp>
      <p:sp>
        <p:nvSpPr>
          <p:cNvPr id="15" name="Text 13"/>
          <p:cNvSpPr/>
          <p:nvPr/>
        </p:nvSpPr>
        <p:spPr>
          <a:xfrm>
            <a:off x="661111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6611112"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Content</a:t>
            </a:r>
            <a:endParaRPr lang="en-US" sz="1900" dirty="0"/>
          </a:p>
        </p:txBody>
      </p:sp>
      <p:sp>
        <p:nvSpPr>
          <p:cNvPr id="17" name="Text 15"/>
          <p:cNvSpPr/>
          <p:nvPr/>
        </p:nvSpPr>
        <p:spPr>
          <a:xfrm>
            <a:off x="6611112"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Close spam channels &amp; info leaks</a:t>
            </a:r>
            <a:endParaRPr lang="en-US" sz="1250" dirty="0"/>
          </a:p>
        </p:txBody>
      </p:sp>
      <p:sp>
        <p:nvSpPr>
          <p:cNvPr id="18" name="Shape 16"/>
          <p:cNvSpPr/>
          <p:nvPr/>
        </p:nvSpPr>
        <p:spPr>
          <a:xfrm>
            <a:off x="9162288" y="155448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9482328" y="1874520"/>
            <a:ext cx="640080" cy="640080"/>
          </a:xfrm>
          <a:prstGeom prst="ellipse">
            <a:avLst/>
          </a:prstGeom>
          <a:solidFill>
            <a:srgbClr val="E0A94B"/>
          </a:solidFill>
          <a:ln/>
        </p:spPr>
      </p:sp>
      <p:sp>
        <p:nvSpPr>
          <p:cNvPr id="20" name="Text 18"/>
          <p:cNvSpPr/>
          <p:nvPr/>
        </p:nvSpPr>
        <p:spPr>
          <a:xfrm>
            <a:off x="9482328"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9482328" y="256032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Admin UX</a:t>
            </a:r>
            <a:endParaRPr lang="en-US" sz="1900" dirty="0"/>
          </a:p>
        </p:txBody>
      </p:sp>
      <p:sp>
        <p:nvSpPr>
          <p:cNvPr id="22" name="Text 20"/>
          <p:cNvSpPr/>
          <p:nvPr/>
        </p:nvSpPr>
        <p:spPr>
          <a:xfrm>
            <a:off x="9482328" y="294436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calmer, faster, prettier dashboard</a:t>
            </a:r>
            <a:endParaRPr lang="en-US" sz="1250" dirty="0"/>
          </a:p>
        </p:txBody>
      </p:sp>
      <p:sp>
        <p:nvSpPr>
          <p:cNvPr id="23" name="Shape 21"/>
          <p:cNvSpPr/>
          <p:nvPr/>
        </p:nvSpPr>
        <p:spPr>
          <a:xfrm>
            <a:off x="548640"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868680" y="4297680"/>
            <a:ext cx="640080" cy="640080"/>
          </a:xfrm>
          <a:prstGeom prst="ellipse">
            <a:avLst/>
          </a:prstGeom>
          <a:solidFill>
            <a:srgbClr val="E0A94B"/>
          </a:solidFill>
          <a:ln/>
        </p:spPr>
      </p:sp>
      <p:sp>
        <p:nvSpPr>
          <p:cNvPr id="25" name="Text 23"/>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868680"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Login</a:t>
            </a:r>
            <a:endParaRPr lang="en-US" sz="1900" dirty="0"/>
          </a:p>
        </p:txBody>
      </p:sp>
      <p:sp>
        <p:nvSpPr>
          <p:cNvPr id="27" name="Text 25"/>
          <p:cNvSpPr/>
          <p:nvPr/>
        </p:nvSpPr>
        <p:spPr>
          <a:xfrm>
            <a:off x="868680"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Sessions &amp; credentials</a:t>
            </a:r>
            <a:endParaRPr lang="en-US" sz="1250" dirty="0"/>
          </a:p>
        </p:txBody>
      </p:sp>
      <p:sp>
        <p:nvSpPr>
          <p:cNvPr id="28" name="Shape 26"/>
          <p:cNvSpPr/>
          <p:nvPr/>
        </p:nvSpPr>
        <p:spPr>
          <a:xfrm>
            <a:off x="3419856"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3739896" y="4297680"/>
            <a:ext cx="640080" cy="640080"/>
          </a:xfrm>
          <a:prstGeom prst="ellipse">
            <a:avLst/>
          </a:prstGeom>
          <a:solidFill>
            <a:srgbClr val="E0A94B"/>
          </a:solidFill>
          <a:ln/>
        </p:spPr>
      </p:sp>
      <p:sp>
        <p:nvSpPr>
          <p:cNvPr id="30" name="Text 28"/>
          <p:cNvSpPr/>
          <p:nvPr/>
        </p:nvSpPr>
        <p:spPr>
          <a:xfrm>
            <a:off x="3739896"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3739896"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Branding</a:t>
            </a:r>
            <a:endParaRPr lang="en-US" sz="1900" dirty="0"/>
          </a:p>
        </p:txBody>
      </p:sp>
      <p:sp>
        <p:nvSpPr>
          <p:cNvPr id="32" name="Text 30"/>
          <p:cNvSpPr/>
          <p:nvPr/>
        </p:nvSpPr>
        <p:spPr>
          <a:xfrm>
            <a:off x="3739896"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Own your login screen</a:t>
            </a:r>
            <a:endParaRPr lang="en-US" sz="1250" dirty="0"/>
          </a:p>
        </p:txBody>
      </p:sp>
      <p:sp>
        <p:nvSpPr>
          <p:cNvPr id="33" name="Shape 31"/>
          <p:cNvSpPr/>
          <p:nvPr/>
        </p:nvSpPr>
        <p:spPr>
          <a:xfrm>
            <a:off x="6291072" y="3977640"/>
            <a:ext cx="2487168"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34" name="Shape 32"/>
          <p:cNvSpPr/>
          <p:nvPr/>
        </p:nvSpPr>
        <p:spPr>
          <a:xfrm>
            <a:off x="6611112" y="4297680"/>
            <a:ext cx="640080" cy="640080"/>
          </a:xfrm>
          <a:prstGeom prst="ellipse">
            <a:avLst/>
          </a:prstGeom>
          <a:solidFill>
            <a:srgbClr val="E0A94B"/>
          </a:solidFill>
          <a:ln/>
        </p:spPr>
      </p:sp>
      <p:sp>
        <p:nvSpPr>
          <p:cNvPr id="35" name="Text 33"/>
          <p:cNvSpPr/>
          <p:nvPr/>
        </p:nvSpPr>
        <p:spPr>
          <a:xfrm>
            <a:off x="661111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7</a:t>
            </a:r>
            <a:endParaRPr lang="en-US" sz="1820" dirty="0"/>
          </a:p>
        </p:txBody>
      </p:sp>
      <p:sp>
        <p:nvSpPr>
          <p:cNvPr id="36" name="Text 34"/>
          <p:cNvSpPr/>
          <p:nvPr/>
        </p:nvSpPr>
        <p:spPr>
          <a:xfrm>
            <a:off x="6611112" y="4983480"/>
            <a:ext cx="1984248" cy="41148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Performance</a:t>
            </a:r>
            <a:endParaRPr lang="en-US" sz="1900" dirty="0"/>
          </a:p>
        </p:txBody>
      </p:sp>
      <p:sp>
        <p:nvSpPr>
          <p:cNvPr id="37" name="Text 35"/>
          <p:cNvSpPr/>
          <p:nvPr/>
        </p:nvSpPr>
        <p:spPr>
          <a:xfrm>
            <a:off x="6611112" y="5367528"/>
            <a:ext cx="1984248" cy="54864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Trim the fat</a:t>
            </a:r>
            <a:endParaRPr lang="en-US" sz="1250" dirty="0"/>
          </a:p>
        </p:txBody>
      </p:sp>
      <p:sp>
        <p:nvSpPr>
          <p:cNvPr id="38" name="Text 3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9" name="Text 3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 legitimate but aging — an extra surface, not a backdoor. We unplug unused method families while preserving the endpoint for integrations that need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xmlrpc allow keys + 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Screen breaches without sending the password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SP 800-63B-4 § 3.1.1.2: use 15+ characters, a blocklist, and no composition rules. BBD hashes the candidate locally, sends HIBP only the first 5 SHA-1 characters, and matches the remaining 35 locally. The password and full hash never leave WordPress; unavailable or invalid HIBP data fails open.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$hash   = strtoupper( sha1( $pw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$prefix = substr( $hash, 0,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$suffix = substr( $hash, 5 );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HIBP receives $prefix and returns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matching suffixes plus breach counts.</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BBD compares $suffix locally.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response_contains( $suffix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reject(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invalid or 128 KiB =&gt; fail open</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security_headers / frame_options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SAMEORIGIN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fill in what nothing else set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$h['X-Content-Type-Options']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$h['Referrer-Policy']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framing is its own setting - see the notes</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 disable_pingbacks / disable_self_pingbacks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each</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'get_comments_number', '__return_zero',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'comments_pre_query',</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$empty_comment_queries, 10, 2 );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'render_block',</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$suppress_comment_blocks, 10, 2 );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A clean 404 needs redirect_canonical gone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Dropping the feed link stops the feed being advertised, not served. Answering it takes a 404 — and the 404 takes one more removal that no filter-level test will ever catch.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disable_comments, continued</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$block_comment_feeds, 9 );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function block_comment_feeds()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 is_comment_feed() ) { return;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$wp_query-&gt;set_404();</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'template_redirect',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'redirect_canonical'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status_header( 404 );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nocache_headers();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disable_author_archives / 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4 of 4</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title_only_admin_search / 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 normal login lasts 2 days; “Remember Me” extends it to 14. Both are in days, and the remembered one can never be shorter than the regular one. Shorten either, or hide the checkbox entirely. One filter covers all of it.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disable_remember_me / session_regular_days / remember_me_days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2 / 14</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$regular = 2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$remember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14 * DAY_IN_SECONDS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 $regular;</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default WordPress logo sends users to wordpress.org. Removing, unlinking, or replacing it keeps the login screen organizationally consistent and prevents an unexpected external destination. BBD leaves it unchanged unless you opt in.</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KEY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behaviour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surfaces and credentials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Exact keys and defaults from wpyeg_defaults_schema().</a:t>
            </a:r>
            <a:endParaRPr lang="en-US" sz="1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restrict_rest_user_discovery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rest_endpoints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disable_rest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rest_authentication_errors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xmlrpc_allow_remote_publishing</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xmlrpc_methods / discovery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xmlrpc_allow_multicall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wp_xmlrpc_server_class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block_xmlrpc_endpoint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disable_application_passwords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wp_is_application_passwords_available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require_strong_passwords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server-side password validation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security policy and updates</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Plugin defaults and the policies intentionally left to other layers.</a:t>
            </a:r>
            <a:endParaRPr lang="en-US" sz="1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remove_version</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 / the_generator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security_headers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frame_options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SAMEORIGIN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wp_headers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disable_ai_connectors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wp_supports_ai / Connectors screen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core_update_policy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minor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automatic core-update filters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Translation files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inherit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 host / fleet tooling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Plugin and theme code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per-item</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WordPress per-item choices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WP_AUTO_UPDATE_CORE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operator</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wins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content and everyday UX</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The schema group is authoritative; emoji removal is a Content setting.</a:t>
            </a:r>
            <a:endParaRPr lang="en-US" sz="1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disable_comments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comments, UI, post-type support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default ping options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disable_self_pingbacks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pre_ping</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disable_author_archives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redirect_attachment_pages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template_redirect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disable_emojis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init removes emoji assets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limit_unfiltered_html_to_admins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yes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user_has_cap drops the cap for non-admins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disable_post_passwords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CSS hides the editor's password option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force_classic_editor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four editor gates answered false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lowercase_upload_filenames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sanitize_file_name at priority 20</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media_sizes_panel</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read-only meta box on attachments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title_only_admin_search</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post_search_columns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frontend_admin_bar_behavior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show_admin_bar</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Schema map — login, branding, and performance</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Schema keys live in one option array; constants remain above plugins.</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343400"/>
                <a:gridCol w="1600200"/>
                <a:gridCol w="512064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Setting key or owner</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Default</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Core hook / authority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disable_remember_me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UI / cookie 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session_regular_days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remember_me_days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14</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auth_cookie_expiration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login_logo_behavior</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keep_default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login header presentation</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throttle_heartbeat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no</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Heartbeat settings / enqueue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wpyeg_better_by_default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array</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the only wp_options row</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DISALLOW_FILE_EDIT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revisions / autosave</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manual</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wp-config.php constants</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2026-08-04T04:28:50Z</dcterms:created>
  <dcterms:modified xsi:type="dcterms:W3CDTF">2026-08-04T04:28:51Z</dcterms:modified>
</cp:coreProperties>
</file>