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Author and attachment redirects remove thin public pages, while the editor policies remain opt-in where they can disrupt an established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Lowercasing applies only to new uploads, and the media panel only reports files WordPress already generated. Title-only search and front-end admin-bar changes remain opt-in because both alter familiar administration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nobody warns you about. Install two defaults plugins and WordPress does not complain — it runs both and keeps whichever answered last. The loser's settings screen goes on showing a session length the site is not using.
On the install where this was first measured, all three plugins happened to agree on the same value, so everything looked fine. THAT is the dangerous case. It stays invisible until somebody changes a setting and nothing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and it is worth more than any tool. When your code is handed something and ADDS to it, a second plugin doing the same thing is fine — three plugins set security headers on that test install and all three landed correctly. When your code is handed something and returns its OWN answer instead, only one plugin can win.
So when you write a filter callback, ask: if a second plugin did exactly this, would both still work? If the answer is no, you are setting policy, and only one plugin on the site can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a plugin for this, and that is exactly why we are not shipping one. The same snippet works on any hook, including ones nobody has thought to write a checker for.
Two things to say out loud, because the obvious reading of the output is wrong. First, an EMPTY result is the normal case on a clean install — this plugin does not register that filter at all while the lengths are still WordPress's own, which is the fix we made earlier in the deck. Guard for the hook being absent or the example errors on the very plugin it is demonstrating.
Second, several entries means the hook is SHARED, not that somebody is losing. A callback can pass its input through, or act only under a condition that is not met today. The count tells you where to look; the callbacks tell you what is happening. Printing the callback id rather than print_r() keeps it one line each, which makes the count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guessed from source code and accused plugins that were not touching the setting. The second measured the outcome by actually running the filter — precise, and it meant executing arbitrary third-party code as a diagnostic side effect. A tool that reports collisions must not cause them.
The third stopped trying to recover attribution WordPress never recorded. It observes a filter when WordPress already runs it, compares the value at the observer's turn with the configured value, and records a divergence without naming anyone. No synthetic arguments and no extra callback executions.
Say the limit out loud: PHP_INT_MAX is the latest priority, not a guarantee of being the last callback. WordPress preserves registration order within a priority, so a callback added there later can still change the result. A divergence the observer sees is evidence; a clean observation is not proof that nothing later diverged.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qualifier out loud, because the slide before this one contradicts the unqualified version. Two defaults plugins are only alternatives WHERE THEY CONTEST THE SAME REPLACING FILTER. Additive hooks compose — three plugins set security headers on that test install and all three landed. Two plugins with settings that do not overlap at all are simply two plugins. Telling somebody to deactivate one before you have confirmed a contested setting is advice that costs them something for nothing.
Where there IS a contest, the answer is not to make them cooperate. It is to run one of them.
And that is the honest pitch for the plugin we just built. Not that it does more than the others — it does less. But you can read all of it in an afternoon and know exactly what it decided on your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policies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everyday UX and media</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Small workflow defaults stay independent from content policy.</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Somebody will install two of these</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defaults plugins on one site — or this one plus a security suite doing half the same job.</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errors.  </a:t>
            </a:r>
            <a:pPr indent="0" marL="0">
              <a:buNone/>
            </a:pPr>
            <a:r>
              <a:rPr lang="en-US" sz="1500" dirty="0">
                <a:solidFill>
                  <a:srgbClr val="4A5A63"/>
                </a:solidFill>
                <a:latin typeface="Calibri" pitchFamily="34" charset="0"/>
                <a:ea typeface="Calibri" pitchFamily="34" charset="-122"/>
                <a:cs typeface="Calibri" pitchFamily="34" charset="-120"/>
              </a:rPr>
              <a:t>No crash, no warning, no line in a log.</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is clobbered.  </a:t>
            </a:r>
            <a:pPr indent="0" marL="0">
              <a:buNone/>
            </a:pPr>
            <a:r>
              <a:rPr lang="en-US" sz="1500" dirty="0">
                <a:solidFill>
                  <a:srgbClr val="4A5A63"/>
                </a:solidFill>
                <a:latin typeface="Calibri" pitchFamily="34" charset="0"/>
                <a:ea typeface="Calibri" pitchFamily="34" charset="-122"/>
                <a:cs typeface="Calibri" pitchFamily="34" charset="-120"/>
              </a:rPr>
              <a:t>Each plugin keeps its own settings safely.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One of them silently stops working.  </a:t>
            </a:r>
            <a:pPr indent="0" marL="0">
              <a:buNone/>
            </a:pPr>
            <a:r>
              <a:rPr lang="en-US" sz="1500" dirty="0">
                <a:solidFill>
                  <a:srgbClr val="4A5A63"/>
                </a:solidFill>
                <a:latin typeface="Calibri" pitchFamily="34" charset="0"/>
                <a:ea typeface="Calibri" pitchFamily="34" charset="-122"/>
                <a:cs typeface="Calibri" pitchFamily="34" charset="-120"/>
              </a:rPr>
              <a:t>And its settings screen goes on saying otherwise.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 settings share. Some fight.</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difference is entirely in what your callback does with the argument it is handed.</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Adding to a list.  </a:t>
            </a:r>
            <a:pPr indent="0" marL="0">
              <a:buNone/>
            </a:pPr>
            <a:r>
              <a:rPr lang="en-US" sz="1500" dirty="0">
                <a:solidFill>
                  <a:srgbClr val="4A5A63"/>
                </a:solidFill>
                <a:latin typeface="Calibri" pitchFamily="34" charset="0"/>
                <a:ea typeface="Calibri" pitchFamily="34" charset="-122"/>
                <a:cs typeface="Calibri" pitchFamily="34" charset="-120"/>
              </a:rPr>
              <a:t>Everybody's contribution survives. Security headers work this way.</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Replacing a value.  </a:t>
            </a:r>
            <a:pPr indent="0" marL="0">
              <a:buNone/>
            </a:pPr>
            <a:r>
              <a:rPr lang="en-US" sz="1500" dirty="0">
                <a:solidFill>
                  <a:srgbClr val="4A5A63"/>
                </a:solidFill>
                <a:latin typeface="Calibri" pitchFamily="34" charset="0"/>
                <a:ea typeface="Calibri" pitchFamily="34" charset="-122"/>
                <a:cs typeface="Calibri" pitchFamily="34" charset="-120"/>
              </a:rPr>
              <a:t>Last one wins, the rest are discarded. Session length works this way.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tells you which you wrote.  </a:t>
            </a:r>
            <a:pPr indent="0" marL="0">
              <a:buNone/>
            </a:pPr>
            <a:r>
              <a:rPr lang="en-US" sz="1500" dirty="0">
                <a:solidFill>
                  <a:srgbClr val="4A5A63"/>
                </a:solidFill>
                <a:latin typeface="Calibri" pitchFamily="34" charset="0"/>
                <a:ea typeface="Calibri" pitchFamily="34" charset="-122"/>
                <a:cs typeface="Calibri" pitchFamily="34" charset="-120"/>
              </a:rPr>
              <a:t>Both are add_filter(). Both look identical at the call site.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Check any site in about a minute</a:t>
            </a:r>
            <a:endParaRPr lang="en-US" sz="3200" dirty="0"/>
          </a:p>
        </p:txBody>
      </p:sp>
      <p:sp>
        <p:nvSpPr>
          <p:cNvPr id="3" name="Text 1"/>
          <p:cNvSpPr/>
          <p:nvPr/>
        </p:nvSpPr>
        <p:spPr>
          <a:xfrm>
            <a:off x="548640" y="1325880"/>
            <a:ext cx="1088136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keeps every registered callback in one global. Ask it who is on the hook you care about.</a:t>
            </a:r>
            <a:endParaRPr lang="en-US" sz="1600" dirty="0"/>
          </a:p>
        </p:txBody>
      </p:sp>
      <p:sp>
        <p:nvSpPr>
          <p:cNvPr id="4" name="Shape 2"/>
          <p:cNvSpPr/>
          <p:nvPr/>
        </p:nvSpPr>
        <p:spPr>
          <a:xfrm>
            <a:off x="548640" y="2103120"/>
            <a:ext cx="11064240" cy="2286000"/>
          </a:xfrm>
          <a:prstGeom prst="roundRect">
            <a:avLst>
              <a:gd name="adj" fmla="val 320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267712"/>
            <a:ext cx="10661904" cy="195681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run this inside: wp eval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global $wp_filter; $hook = 'auth_cookie_expiration';</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if ( empty( $wp_filter[ $hook ] ) ) { echo "nobody is filtering it\n"; return;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$wp_filter[ $hook ]-&gt;callbacks as $prio =&gt; $cbs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foreach ( $cbs as $id =&gt; $cb ) { printf( "%-6s %s\n", $prio, $id );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 each line is one callback; several means shared, not settled</a:t>
            </a:r>
            <a:endParaRPr lang="en-US" sz="1250" dirty="0"/>
          </a:p>
        </p:txBody>
      </p:sp>
      <p:sp>
        <p:nvSpPr>
          <p:cNvPr id="6" name="Text 4"/>
          <p:cNvSpPr/>
          <p:nvPr/>
        </p:nvSpPr>
        <p:spPr>
          <a:xfrm>
            <a:off x="548640" y="4617720"/>
            <a:ext cx="10881360" cy="548640"/>
          </a:xfrm>
          <a:prstGeom prst="rect">
            <a:avLst/>
          </a:prstGeom>
          <a:noFill/>
          <a:ln/>
        </p:spPr>
        <p:txBody>
          <a:bodyPr wrap="square" lIns="0" tIns="0" rIns="0" bIns="0" rtlCol="0" anchor="ctr"/>
          <a:lstStyle/>
          <a:p>
            <a:pPr indent="0" marL="0">
              <a:buNone/>
            </a:pPr>
            <a:r>
              <a:rPr lang="en-US" sz="1500" i="1" dirty="0">
                <a:solidFill>
                  <a:srgbClr val="4A5A63"/>
                </a:solidFill>
                <a:latin typeface="Calibri" pitchFamily="34" charset="0"/>
                <a:ea typeface="Calibri" pitchFamily="34" charset="-122"/>
                <a:cs typeface="Calibri" pitchFamily="34" charset="-120"/>
              </a:rPr>
              <a:t>Several entries means they share the hook. Whether anyone is losing depends on what the callbacks do — go and read them.</a:t>
            </a:r>
            <a:endParaRPr lang="en-US" sz="1500" dirty="0"/>
          </a:p>
        </p:txBody>
      </p:sp>
      <p:sp>
        <p:nvSpPr>
          <p:cNvPr id="7" name="Text 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8" name="Text 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attempts. Two were withdrawn.</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useful third design observes real filter runs without pretending it can identify the culprit.</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Read the plugin's code for clues.  </a:t>
            </a:r>
            <a:pPr indent="0" marL="0">
              <a:buNone/>
            </a:pPr>
            <a:r>
              <a:rPr lang="en-US" sz="1500" dirty="0">
                <a:solidFill>
                  <a:srgbClr val="4A5A63"/>
                </a:solidFill>
                <a:latin typeface="Calibri" pitchFamily="34" charset="0"/>
                <a:ea typeface="Calibri" pitchFamily="34" charset="-122"/>
                <a:cs typeface="Calibri" pitchFamily="34" charset="-120"/>
              </a:rPr>
              <a:t>Named plugins that were doing nothing at all.</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Run the setting, see what comes out.  </a:t>
            </a:r>
            <a:pPr indent="0" marL="0">
              <a:buNone/>
            </a:pPr>
            <a:r>
              <a:rPr lang="en-US" sz="1500" dirty="0">
                <a:solidFill>
                  <a:srgbClr val="4A5A63"/>
                </a:solidFill>
                <a:latin typeface="Calibri" pitchFamily="34" charset="0"/>
                <a:ea typeface="Calibri" pitchFamily="34" charset="-122"/>
                <a:cs typeface="Calibri" pitchFamily="34" charset="-120"/>
              </a:rPr>
              <a:t>Meant running other people's code to check on them.</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Observe real runs at PHP_INT_MAX.  </a:t>
            </a:r>
            <a:pPr indent="0" marL="0">
              <a:buNone/>
            </a:pPr>
            <a:r>
              <a:rPr lang="en-US" sz="1500" dirty="0">
                <a:solidFill>
                  <a:srgbClr val="4A5A63"/>
                </a:solidFill>
                <a:latin typeface="Calibri" pitchFamily="34" charset="0"/>
                <a:ea typeface="Calibri" pitchFamily="34" charset="-122"/>
                <a:cs typeface="Calibri" pitchFamily="34" charset="-120"/>
              </a:rPr>
              <a:t>Detects divergence late, without attribution; same-priority callbacks can still run later.</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1371600"/>
            <a:ext cx="10698480" cy="20116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Where they contest a setting,</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defaults plugins are alternatives.</a:t>
            </a:r>
            <a:endParaRPr lang="en-US" sz="3800" dirty="0"/>
          </a:p>
        </p:txBody>
      </p:sp>
      <p:sp>
        <p:nvSpPr>
          <p:cNvPr id="3" name="Text 1"/>
          <p:cNvSpPr/>
          <p:nvPr/>
        </p:nvSpPr>
        <p:spPr>
          <a:xfrm>
            <a:off x="731520" y="3520440"/>
            <a:ext cx="10515600" cy="100584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Two plugins replacing the same value give you one plugin's behaviour and two settings screens — only one of which is telling the truth.</a:t>
            </a:r>
            <a:endParaRPr lang="en-US" sz="1900" dirty="0"/>
          </a:p>
        </p:txBody>
      </p:sp>
      <p:sp>
        <p:nvSpPr>
          <p:cNvPr id="4" name="Text 2"/>
          <p:cNvSpPr/>
          <p:nvPr/>
        </p:nvSpPr>
        <p:spPr>
          <a:xfrm>
            <a:off x="731520" y="4617720"/>
            <a:ext cx="10515600" cy="73152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Confirm the overlap first. Then pick the one whose choices you agree with.</a:t>
            </a:r>
            <a:endParaRPr lang="en-US" sz="1800" dirty="0"/>
          </a:p>
        </p:txBody>
      </p:sp>
      <p:sp>
        <p:nvSpPr>
          <p:cNvPr id="5" name="Text 3"/>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4"/>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2026-08-30T23:25:45Z</dcterms:created>
  <dcterms:modified xsi:type="dcterms:W3CDTF">2026-08-30T23:25:45Z</dcterms:modified>
</cp:coreProperties>
</file>