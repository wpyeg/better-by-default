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isn't one door — it's an old switchboard, and every method is a phone line. Rather than rip the box off the wall, we unplug lines by category. Four switches, all off by default:
1. Pingbacks — drop pingback.ping, a spam and reflection-DDoS relay.
2. Remote publishing — drop the credential-authenticated blogging methods (wp.*, metaWeblog.*, mt.*, blogger.*), the classic brute-force target. This also flips xmlrpc_enabled off and removes the RSD discovery link.
3. system.multicall — the amplifier that batches thousands of login guesses into one request. You can't just unset it: IXR_Server::setCallbacks() re-adds it after the filter runs, so we swap in a replacement server that refuses it.
4. Block the endpoint — the blunt hammer: xmlrpc.php returns 403 for everything.
The first three are surgical — they leave third-party methods like Jetpack's jetpack.* connected, so the endpoint stays usable. The fourth nukes the lot, which breaks Jetpack; reach for it only if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default and one deliberate non-default — and the difference is the lesson. Hiding the version is obscurity, not hardening: it does not make an out-of-date site any safer, and it does not even hide much, since the version still leaks from asset query strings and feeds. What it genuinely buys is quieter logs. That is worth opting into, not worth shipping on and calling security — so it defaults to off. The headers are the opposite: real, low-risk defaults most sites can adopt without breaking anything:
- X-Content-Type-Options: nosniff — the browser must trust the declared Content-Type instead of guessing; kills "a .txt the browser decides to run as JavaScript" tricks.
- Referrer-Policy: strict-origin-when-cross-origin — sends the full URL within your own site, only the bare domain to other sites, and nothing on an HTTPS→HTTP downgrade; keeps tokens and private paths from leaking in the Referer.
X-Frame-Options is deliberately a SEPARATE setting (wpyeg_frame_options, default SAMEORIGIN), and that split is the point worth teaching. It is the only one of the three that can break a working site: blocking cross-origin framing also blocks legitimate embedding — a client intranet, a partner site, a preview tool — and it fails as a silent blank frame, which is miserable to debug. Bundled with the other two, a site that needs to be embeddable would have to give up nosniff as well.
Note the isset() guards: a managed host or CDN often sets these already and we should not fight that layer. Be honest about the limit though — PHP only sees headers set in PHP, so one added by nginx or a CDN is invisible here. Check the response, not just the code.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template_redirect fires before a template loads - the perfect place to bounce the unwanted requests. Same hook, two conditions.
Two details on the attachment half, because the obvious version is subtly wrong. Unattached media has no parent - and that is most of the Media Library - so a naive else-home_url() points every one of those at your homepage, which search engines read as a soft 404. Fall back to the FILE instead, which is what core does. And skip the redirect entirely when the theme ships attachment.php or image.php: that theme built those pages deliberately (the photography case), and quietly bouncing past it deletes someone's feature.
Core moved here too: WordPress 6.4 added wp_attachment_pages_enabled, off for new installs. So this default is not adding the redirect so much as choosing a better destination than the bare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The more interesting half of this slide is the toggle that USED to be here. We shipped a "defer front-end scripts" default that hooked script_loader_tag and string-replaced ' src=' with ' defer src=' on every handle. It had to skip jQuery core, and it still broke anything expecting a particular execution order — because a blanket filter cannot know which scripts are safe to defer.
WordPress 6.3 added a per-script loading strategy, so core now answers this precisely, at the point of enqueue, where the person who wrote the script decides. Keeping our version would have meant teaching a workaround for a problem the platform already solved. Deleting a default is a legitimate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Three deliberate *non*-defaults worth calling out: Application Passwords stay AVAILABLE (the safer REST credential), the login logo is LEFT ALONE unless you opt in, and removing the version fingerprint is OFF, because it is obscurity rather than hardening. All three are choices, not oversights — and the last one is the honest test of the whole talk: if a default doesn't actually make the site safer, don't ship it as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Legacy XML-RPC wide open</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Pingback and system.multicall amplifiers answer by default.</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isn't one door — it's an old switchboard, and every method is a phone line. Rather than rip the box off the wall, we unplug lines by category. Four switches, all off by default.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headers with no real downside ship on; framing is its own setting, because it is the only one that can break a working site. Hiding the version is obscurity, not hardening,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wpyeg_security_headers (yes) / wpyeg_frame_options (SAMEORIGIN)</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on / separate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only fill in what nothing else set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$h['X-Content-Type-Options']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isset( $h['Referrer-Policy']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framing is its own setting - see the notes</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parent post, else the FILE - never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 and a default we deleted</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Throttle Heartbeat to ease up on weak shared hosting. The more interesting half is the toggle that used to be here: WordPress 6.3 gave scripts a per-script loading strategy, so our blanket defer filter had to go.</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(opt-in)</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Deferring is NOT a setting here. Since WP 6.3:</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wp_enqueue_script( 'front', $src, array(), '1.0',</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'strategy' =&gt; 'defer' )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Send baseline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2026-07-20T01:57:45Z</dcterms:created>
  <dcterms:modified xsi:type="dcterms:W3CDTF">2026-07-20T01:57:45Z</dcterms:modified>
</cp:coreProperties>
</file>