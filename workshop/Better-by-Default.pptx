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31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31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One filter covers all of it.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than the regular one. Shorten either, or hide the checkbox entirely. One filter covers all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$regular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$regular;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2026-08-04T06:30:07Z</dcterms:created>
  <dcterms:modified xsi:type="dcterms:W3CDTF">2026-08-04T06:30:07Z</dcterms:modified>
</cp:coreProperties>
</file>