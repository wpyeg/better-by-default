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 question to ask of any filter callback you write: if a second plugin did exactly this, would both still work? If not, you are setting policy, and only one plugin on the site can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'session_length', 10,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2026-08-04T16:52:23Z</dcterms:created>
  <dcterms:modified xsi:type="dcterms:W3CDTF">2026-08-04T16:52:23Z</dcterms:modified>
</cp:coreProperties>
</file>