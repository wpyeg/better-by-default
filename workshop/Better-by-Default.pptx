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isn't one door — it's an old switchboard, and every method is a phone line. Rather than rip the box off the wall, we unplug lines by category. Four switches, all off by default:
1. Pingbacks — drop pingback.ping, a spam and reflection-DDoS relay.
2. Remote publishing — drop the credential-authenticated blogging methods (wp.*, metaWeblog.*, mt.*, blogger.*), the classic brute-force target. This also flips xmlrpc_enabled off and removes the RSD discovery link.
3. system.multicall — the amplifier that batches thousands of login guesses into one request. You can't just unset it: IXR_Server::setCallbacks() re-adds it after the filter runs, so we swap in a replacement server that refuses it.
4. Block the endpoint — the blunt hammer: xmlrpc.php returns 403 for everything.
The first three are surgical — they leave third-party methods like Jetpack's jetpack.* connected, so the endpoint stays usable. The fourth nukes the lot, which breaks Jetpack; reach for it only if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X-Frame-Options: SAMEORIGIN — only your own site may load the page in an iframe; blocks clickjacking, where your login or admin is hidden under an attacker's page.
- Referrer-Policy: strict-origin-when-cross-origin — sends the full URL within your own site, only the bare domain to other sites, and nothing on an HTTPS→HTTP downgrade; keeps tokens and private paths from leaking in the Referer.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Both dilute SEO and are targets for trouble. template_redirect fires before a template loads — the perfect place to bounce the unwanted requests. Same hook, two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Deferring non-critical scripts keeps them from being render-blocking, but this can also break plugins expecting synchronous jQuery.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Three deliberate *non*-defaults worth calling out: Application Passwords stay AVAILABLE (the safer REST credential), the login logo is LEFT ALONE unless you opt in, and removing the version fingerprint is OFF, because it is obscurity rather than hardening. All three are choices, not oversights — and the last one is the honest test of the whole talk: if a default doesn't actually make the site safer, don't ship it as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Legacy XML-RPC wide open</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Pingback and system.multicall amplifiers answer by default.</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isn't one door — it's an old switchboard, and every method is a phone line. Rather than rip the box off the wall, we unplug lines by category. Four switches, all off by default.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One default and one deliberate non-default. Hiding the version is obscurity, not hardening — it buys quieter logs, not a safer site — so it ships off. The three headers are real, low-risk defaults most sites can adopt without breaking anything.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wpyeg_remove_version (no) / wpyeg_security_headers (yes)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opt-in / on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$h['X-Frame-Options']        = 'SAMEORIGIN';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301 to parent post, or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defer scripts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Heartbeat API polls admin-ajax every 15–60s; throttle it to ease up on weak shared hosting. Deferring non-critical scripts keeps them from being render-blocking.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 / wpyeg_defer_scripts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'script_loader_tag',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$tag, $handle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add ' defer' (skip jquery-core)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10, 2 );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2026-07-20T01:30:41Z</dcterms:created>
  <dcterms:modified xsi:type="dcterms:W3CDTF">2026-07-20T01:30:41Z</dcterms:modified>
</cp:coreProperties>
</file>