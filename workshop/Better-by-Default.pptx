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AX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more quickly through updates, admin UX, login, branding, performance and email — all eight, and we end with a plugin that covers them all.
Count the cards against the sections as we go. This deck promised eight categories and presented seven for weeks: updates was on this slide, in the schema, and in the shipped plugin, and had no slide of its own. Nobody noticed, because every artifact was internally consistent about it — the gap only existed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 you're logged in there, and the editor authenticates with your cookie plus a REST nonce, so it sails through. That's why it ships off: not every default should default to on.
Two details on this slide are the whole lesson, and both are things the obvious implementation gets wrong.
First: only a WP_Error may short-circuit. The tempting line is `if ( ! empty( $result ) ) return $result;` — and core hands this filter `true` from rest_cookie_check_errors() AFTER calling wp_set_current_user( 0 ), when a cookie arrives with no X-WP-Nonce. Treat that `true` as "already authenticated" and you have written a gate that waves through the exact request it exists to stop, dispatching as user 0. This deck taught the `! empty()` version until we tested it.
Second: oEmbed. It is served over REST, so closing REST closes it too — and the damage lands somewhere you never look. Every site that has embedded one of your posts silently degrades to a bare link, with nothing on your site to show it happened. We measured four popular plugins that close REST outright; not one of them allowlists oembed/1.0. So we allowlist it, filterable with wpyeg_public_rest_routes.
And the carve-out is only safe because of what sits behind it: oEmbed returns author_name and an author_url carrying the account nicename, so opening that route would hand an anonymous caller the usernames the users-endpoint removal just refused them. Closing REST therefore strips those fields too. A hole you open on purpose still has to be closed on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*and* pingback.extensions.getPingbacks, the clearest live nuisance and reflection-DDoS surface. A valid call performs database work, waits a second (core really does sleep( 1 ), to let the pinging post finish publishing), and then fetches the claimed source URL — which is the whole trick: a request that costs the attacker nothing costs you a database write, a pause and an outbound fetch to a URL they chose. BBD also strips the X-Pingback response header, because a site that has removed the method while still advertising where to send one is still telling every scanner it accepts pingbacks.
2. Remote publishing — drop the credential-authenticated blogging methods (wp.*, metaWeblog.*, mt.*, blogger.*), another password-guessing entrance when legacy clients are not needed. This also flips xmlrpc_enabled off and removes the RSD discovery link.
3. system.multicall — refuse general batching except requests Jetpack verifies as signed by WordPress.com. WordPress.com legitimately uses multicall to manage Jetpack-connected sites.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(frame_options, default SAMEORIGIN), and that split is the point worth teaching. It is the only one of the three that can break a working site: blocking cross-origin framing also blocks legitimate embedding — an intranet dashboard, a screenshot or visual-review service, a kiosk or signage screen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category on the agenda that is a SELECT rather than a switch, and that is the lesson.
Core already installs maintenance and security releases on its own. So a toggle would be the wrong shape: the real choice is four-way — maintenance only, every stable release, none, or leave it alone. Squashing that into on/off would have forced us to pick a meaning for 'off' that half the audience would read the other way.
Core asks TWO questions, not one — allow_minor_auto_core_updates and allow_major_auto_core_updates — and one setting answers both. 'minor' says yes to the first and no to the second. 'all' says yes to both. 'manual' says no twice.
The interesting branch is 'inherit'. It returns the value core handed us, unchanged. A setting whose job is to have no opinion looks like a wasted option until you remember who else is in the room: managed hosts set an update policy for you, and so do other plugins. Without 'inherit' this plugin would silently overrule a host that had already made a considered decision — the same fight the session-length slide walks away from, for the same reason. Registering a filter is a claim that you know better than whoever else registered one.
And the reason this belongs at the END of the security section rather than in a corner labelled housekeeping: every other default in Section One removes something an attacker can reach. This one keeps the thing patched. Reducing surface and applying patches are the same job from two directions, and a site that does the first while quietly falling behind on the second is not actually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DAY_IN_SECONDS is one of core's time constants, so you never do the math. — Now the two lines that are not about session length, because they are the most portable thing in this deck. This callback ignores the $exp it was handed and returns its own number. A filter that ADDS TO its input composes: several plugins can each contribute a header to wp_headers and all of them survive. A filter that REPLACES its input does not. WordPress runs all of them and keeps whichever answered last, the others do nothing at all, and every losing plugin's settings screen goes on displaying a number the site is not using. No error, nothing logged, nothing on Site Health. Nothing in the API tells you which kind you are writing — both are add_filter(). The difference is entirely in what your callback does with the argument it was given, and it decides whether your plugin can coexist with another one or silently fights it. You cannot make a number filter additive. What you can do is decline the fights you have no stake in: our defaults ARE WordPress's own 2 and 14, so on a site that has not changed them we would be registering only to assert the answer core already gives. Hence the if. And the callback has a name rather than being anonymous, because $wp_filter can only report a callback that has one — an anonymous one shows up as 'closure' in exactly the diagnostic you would run to find out who won. Then there is the 50, which is the half everyone forgets. Declining a fight worth nothing only helps if you win the one worth something, and on a replacing filter the LAST callback to run is the one that counts. Register at the default 10 and you are not being polite, you are queueing up behind every plugin that never thought about priority at all — so a session length somebody set on purpose gets decided by load order. This plugin shipped at 10 in every release before 1.2.2 and lost to both its siblings on any site running two of them. Fifty is late enough to be the last word and low enough that a site wanting the final say can still take it deliberately. The question to ask of any filter callback you write: if a second plugin did exactly this, would both still work? If not, you are setting policy, and only one plugin on the site can win — so decide both whether to enter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brand the login screen, throttle one polling API, and end on the only default in the plugin that changes nothing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sends mail from wordpress@yourdomain unless something changes it. On a domain that cannot actually send — a staging host, a .local address, a domain with no mail records — password resets and order receipts FAIL SILENTLY. wp_mail() returns false and nothing surfaces it. Nobody finds out until a customer says they never got the email.
So this default warns, and that is all it does. Be precise about how little it claims: it is a SHAPE CHECK, NOT A DELIVERY TEST. Proving mail works needs SPF and DMARC lookups and a real send — far more than a settings screen should do on page load. These are the cases knowable for free: not a valid address, example.com, localhost, or a reserved TLD that never resolves publicly (.local, .test, .invalid, .example — RFC 2606 and RFC 6762).
Two details make it honest. It reads the EFFECTIVE From address through wp_mail_from, so whatever your SMTP plugin actually sets is what gets judged, not the theoretical default it replaced. And it stays quiet when wp_get_environment_type() says local, because a local site is MEANT to have an undeliverable address — warning there is exactly how a notice trains people to dismiss notices. Staging is not local, and staging does warn, which is usually where this catches something real.
The lesson is the one thing here that is not about email. Every other default in this plugin changes what WordPress does. THIS ONE CHANGES NOTHING. It has no effect on a single request; it only tells an administrator something true that WordPress had been keeping to itself. Deciding not to intervene is a design decision as real as any filter, and often the better one — a plugin that silently rewrote your From address to something deliverable would be a considerably worse plugin. When you find a silent failure, the first question is not how do I fix this for them, but who needs to know, and would they rather I told them or guessed on their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core Connectors screen is closed. Jetpack follows the same gate, so Jetpack AI Assistant and its other AI features are disabled too. Gutenberg can provide a separate Connectors screen, which BBD does not close.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Author and attachment redirects remove thin public pages, while the editor policies remain opt-in where they can disrupt an established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Lowercasing applies only to new uploads, and the media panel only reports files WordPress already generated. Title-only search and front-end admin-bar changes remain opt-in because both alter familiar administration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A regular login lasts 2 days and a remembered one 14 - WordPress's own values, prefilled rather than sentinels, with a one-day floor on each and the remembered length clamped so it can never be shorter than the regular one.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nobody warns you about. Install two defaults plugins and WordPress does not complain — it runs both and keeps whichever answered last. The loser's settings screen goes on showing a session length the site is not using.
On the install where this was first measured, all three plugins happened to agree on the same value, so everything looked fine. THAT is the dangerous case. It stays invisible until somebody changes a setting and nothing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rule, and it is worth more than any tool. When your code is handed something and ADDS to it, a second plugin doing the same thing is fine — three plugins set security headers on that test install and all three landed correctly. When your code is handed something and returns its OWN answer instead, only one plugin can win.
So when you write a filter callback, ask: if a second plugin did exactly this, would both still work? If the answer is no, you are setting policy, and only one plugin on the site can hold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need a plugin for this, and that is exactly why we are not shipping one. The same snippet works on any hook, including ones nobody has thought to write a checker for.
Two things to say out loud, because the obvious reading of the output is wrong. First, an EMPTY result is the normal case on a clean install — this plugin does not register that filter at all while the lengths are still WordPress's own, which is the fix we made earlier in the deck. Guard for the hook being absent or the example errors on the very plugin it is demonstrating.
Second, several entries means the hook is SHARED, not that somebody is losing. A callback can pass its input through, or act only under a condition that is not met today. The count tells you where to look; the callbacks tell you what is happening. Printing the callback id rather than print_r() keeps it one line each, which makes the count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guessed from source code and accused plugins that were not touching the setting. The second measured the outcome by actually running the filter — precise, and it meant executing arbitrary third-party code as a diagnostic side effect. A tool that reports collisions must not cause them.
The third stopped trying to recover attribution WordPress never recorded. It observes a filter when WordPress already runs it, compares the value at the observer's turn with the configured value, and records a divergence without naming anyone. No synthetic arguments and no extra callback executions.
Say the limit out loud: PHP_INT_MAX is the latest priority, not a guarantee of being the last callback. WordPress preserves registration order within a priority, so a callback added there later can still change the result. A divergence the observer sees is evidence; a clean observation is not proof that nothing later diverged.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qualifier out loud, because the slide before this one contradicts the unqualified version. Two defaults plugins are only alternatives WHERE THEY CONTEST THE SAME REPLACING FILTER. Additive hooks compose — three plugins set security headers on that test install and all three landed. Two plugins with settings that do not overlap at all are simply two plugins. Telling somebody to deactivate one before you have confirmed a contested setting is advice that costs them something for nothing.
Where there IS a contest, the answer is not to make them cooperate. It is to run one of them.
And that is the honest pitch for the plugin we just built. Not that it does more than the others — it does less. But you can read all of it in an afternoon and know exactly what it decided on your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'my_callback'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AX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an ERROR short-circuits. A cookie with no</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nonce resolves to user 0 and returns true.</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is_wp_error( $result ) ) return $result;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Leave oEmbed open, or every site embedding</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yours silently degrades to a bare link.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route_is_public()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$m['pingback.extensions.getPingbacks']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UPDATES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Decide who patches WordPress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Core ships maintenance and security releases automatically already. The question this default answers is not whether to allow that — it is whether YOU are deciding, or whether your host quietly decided for you and never said.</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core_update_policy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minor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Two filters, because core asks two questions.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'allow_minor_auto_core_updates', $f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'allow_major_auto_core_updates', $g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'inherit' hands the value straight back — the</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setting that chooses NOT to have an opinion.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'inherit' === $policy ) { return $enabled;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return in_array( $policy, [ 'minor', 'all' ], true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Now look at the registration: this callback throws away the value it was handed, so two plugins setting it cannot both win — and at core's own 2 / 14 we have nothing to say, so we stay out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session_length(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only when we differ from core's 2 / 14,</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and late enough to be the last word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policy_is_custom()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'auth_cookie_expiration',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'session_length', 50, 3 );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Performance</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&amp; Email</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Brand the login screen, throttle one polling API, and end on the only default that changes nothing at all.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function ( $s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EMAIL</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Say so when the site cannot send mail</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sends from wordpress@yourdomain unless something changes it. On a domain that cannot send, password resets fail silently — wp_mail() returns false and nothing surfaces it. This warns, and that is all it does.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mail_deliverability_notice</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The From address the site will ACTUALLY use.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$from = apply_filters( 'wp_mail_from',</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'wordpress@' . $host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A shape check, not a delivery test.</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$risky = ! is_email( $from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in_array( $domain, $never_resolves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preg_match( '/\.(local|test|invalid)$/', $d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Warn. Never block, never rewrite.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add_action( 'admin_notices', $render_notice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policies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everyday UX and media</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Small workflow defaults stay independent from content policy.</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Somebody will install two of these</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Two defaults plugins on one site — or this one plus a security suite doing half the same job.</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errors.  </a:t>
            </a:r>
            <a:pPr indent="0" marL="0">
              <a:buNone/>
            </a:pPr>
            <a:r>
              <a:rPr lang="en-US" sz="1500" dirty="0">
                <a:solidFill>
                  <a:srgbClr val="4A5A63"/>
                </a:solidFill>
                <a:latin typeface="Calibri" pitchFamily="34" charset="0"/>
                <a:ea typeface="Calibri" pitchFamily="34" charset="-122"/>
                <a:cs typeface="Calibri" pitchFamily="34" charset="-120"/>
              </a:rPr>
              <a:t>No crash, no warning, no line in a log.</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is clobbered.  </a:t>
            </a:r>
            <a:pPr indent="0" marL="0">
              <a:buNone/>
            </a:pPr>
            <a:r>
              <a:rPr lang="en-US" sz="1500" dirty="0">
                <a:solidFill>
                  <a:srgbClr val="4A5A63"/>
                </a:solidFill>
                <a:latin typeface="Calibri" pitchFamily="34" charset="0"/>
                <a:ea typeface="Calibri" pitchFamily="34" charset="-122"/>
                <a:cs typeface="Calibri" pitchFamily="34" charset="-120"/>
              </a:rPr>
              <a:t>Each plugin keeps its own settings safely.</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One of them silently stops working.  </a:t>
            </a:r>
            <a:pPr indent="0" marL="0">
              <a:buNone/>
            </a:pPr>
            <a:r>
              <a:rPr lang="en-US" sz="1500" dirty="0">
                <a:solidFill>
                  <a:srgbClr val="4A5A63"/>
                </a:solidFill>
                <a:latin typeface="Calibri" pitchFamily="34" charset="0"/>
                <a:ea typeface="Calibri" pitchFamily="34" charset="-122"/>
                <a:cs typeface="Calibri" pitchFamily="34" charset="-120"/>
              </a:rPr>
              <a:t>And its settings screen goes on saying otherwise.</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Some settings share. Some fight.</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The difference is entirely in what your callback does with the argument it is handed.</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Adding to a list.  </a:t>
            </a:r>
            <a:pPr indent="0" marL="0">
              <a:buNone/>
            </a:pPr>
            <a:r>
              <a:rPr lang="en-US" sz="1500" dirty="0">
                <a:solidFill>
                  <a:srgbClr val="4A5A63"/>
                </a:solidFill>
                <a:latin typeface="Calibri" pitchFamily="34" charset="0"/>
                <a:ea typeface="Calibri" pitchFamily="34" charset="-122"/>
                <a:cs typeface="Calibri" pitchFamily="34" charset="-120"/>
              </a:rPr>
              <a:t>Everybody's contribution survives. Security headers work this way.</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Replacing a value.  </a:t>
            </a:r>
            <a:pPr indent="0" marL="0">
              <a:buNone/>
            </a:pPr>
            <a:r>
              <a:rPr lang="en-US" sz="1500" dirty="0">
                <a:solidFill>
                  <a:srgbClr val="4A5A63"/>
                </a:solidFill>
                <a:latin typeface="Calibri" pitchFamily="34" charset="0"/>
                <a:ea typeface="Calibri" pitchFamily="34" charset="-122"/>
                <a:cs typeface="Calibri" pitchFamily="34" charset="-120"/>
              </a:rPr>
              <a:t>Last one wins, the rest are discarded. Session length works this way.</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tells you which you wrote.  </a:t>
            </a:r>
            <a:pPr indent="0" marL="0">
              <a:buNone/>
            </a:pPr>
            <a:r>
              <a:rPr lang="en-US" sz="1500" dirty="0">
                <a:solidFill>
                  <a:srgbClr val="4A5A63"/>
                </a:solidFill>
                <a:latin typeface="Calibri" pitchFamily="34" charset="0"/>
                <a:ea typeface="Calibri" pitchFamily="34" charset="-122"/>
                <a:cs typeface="Calibri" pitchFamily="34" charset="-120"/>
              </a:rPr>
              <a:t>Both are add_filter(). Both look identical at the call site.</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Check any site in about a minute</a:t>
            </a:r>
            <a:endParaRPr lang="en-US" sz="3200" dirty="0"/>
          </a:p>
        </p:txBody>
      </p:sp>
      <p:sp>
        <p:nvSpPr>
          <p:cNvPr id="3" name="Text 1"/>
          <p:cNvSpPr/>
          <p:nvPr/>
        </p:nvSpPr>
        <p:spPr>
          <a:xfrm>
            <a:off x="548640" y="1325880"/>
            <a:ext cx="1088136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keeps every registered callback in one global. Ask it who is on the hook you care about.</a:t>
            </a:r>
            <a:endParaRPr lang="en-US" sz="1600" dirty="0"/>
          </a:p>
        </p:txBody>
      </p:sp>
      <p:sp>
        <p:nvSpPr>
          <p:cNvPr id="4" name="Shape 2"/>
          <p:cNvSpPr/>
          <p:nvPr/>
        </p:nvSpPr>
        <p:spPr>
          <a:xfrm>
            <a:off x="548640" y="2103120"/>
            <a:ext cx="11064240" cy="2286000"/>
          </a:xfrm>
          <a:prstGeom prst="roundRect">
            <a:avLst>
              <a:gd name="adj" fmla="val 320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267712"/>
            <a:ext cx="10661904" cy="195681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run this inside: wp eval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global $wp_filter; $hook = 'auth_cookie_expiration';</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if ( empty( $wp_filter[ $hook ] ) ) { echo "nobody is filtering it\n"; return;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$wp_filter[ $hook ]-&gt;callbacks as $prio =&gt; $cbs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foreach ( $cbs as $id =&gt; $cb ) { printf( "%-6s %s\n", $prio, $id );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 each line is one callback; several means shared, not settled</a:t>
            </a:r>
            <a:endParaRPr lang="en-US" sz="1250" dirty="0"/>
          </a:p>
        </p:txBody>
      </p:sp>
      <p:sp>
        <p:nvSpPr>
          <p:cNvPr id="6" name="Text 4"/>
          <p:cNvSpPr/>
          <p:nvPr/>
        </p:nvSpPr>
        <p:spPr>
          <a:xfrm>
            <a:off x="548640" y="4617720"/>
            <a:ext cx="10881360" cy="548640"/>
          </a:xfrm>
          <a:prstGeom prst="rect">
            <a:avLst/>
          </a:prstGeom>
          <a:noFill/>
          <a:ln/>
        </p:spPr>
        <p:txBody>
          <a:bodyPr wrap="square" lIns="0" tIns="0" rIns="0" bIns="0" rtlCol="0" anchor="ctr"/>
          <a:lstStyle/>
          <a:p>
            <a:pPr indent="0" marL="0">
              <a:buNone/>
            </a:pPr>
            <a:r>
              <a:rPr lang="en-US" sz="1500" i="1" dirty="0">
                <a:solidFill>
                  <a:srgbClr val="4A5A63"/>
                </a:solidFill>
                <a:latin typeface="Calibri" pitchFamily="34" charset="0"/>
                <a:ea typeface="Calibri" pitchFamily="34" charset="-122"/>
                <a:cs typeface="Calibri" pitchFamily="34" charset="-120"/>
              </a:rPr>
              <a:t>Several entries means they share the hook. Whether anyone is losing depends on what the callbacks do — go and read them.</a:t>
            </a:r>
            <a:endParaRPr lang="en-US" sz="1500" dirty="0"/>
          </a:p>
        </p:txBody>
      </p:sp>
      <p:sp>
        <p:nvSpPr>
          <p:cNvPr id="7" name="Text 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8" name="Text 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attempts. Two were withdrawn.</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The useful third design observes real filter runs without pretending it can identify the culprit.</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Read the plugin's code for clues.  </a:t>
            </a:r>
            <a:pPr indent="0" marL="0">
              <a:buNone/>
            </a:pPr>
            <a:r>
              <a:rPr lang="en-US" sz="1500" dirty="0">
                <a:solidFill>
                  <a:srgbClr val="4A5A63"/>
                </a:solidFill>
                <a:latin typeface="Calibri" pitchFamily="34" charset="0"/>
                <a:ea typeface="Calibri" pitchFamily="34" charset="-122"/>
                <a:cs typeface="Calibri" pitchFamily="34" charset="-120"/>
              </a:rPr>
              <a:t>Named plugins that were doing nothing at all.</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Run the setting, see what comes out.  </a:t>
            </a:r>
            <a:pPr indent="0" marL="0">
              <a:buNone/>
            </a:pPr>
            <a:r>
              <a:rPr lang="en-US" sz="1500" dirty="0">
                <a:solidFill>
                  <a:srgbClr val="4A5A63"/>
                </a:solidFill>
                <a:latin typeface="Calibri" pitchFamily="34" charset="0"/>
                <a:ea typeface="Calibri" pitchFamily="34" charset="-122"/>
                <a:cs typeface="Calibri" pitchFamily="34" charset="-120"/>
              </a:rPr>
              <a:t>Meant running other people's code to check on them.</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Observe real runs at PHP_INT_MAX.  </a:t>
            </a:r>
            <a:pPr indent="0" marL="0">
              <a:buNone/>
            </a:pPr>
            <a:r>
              <a:rPr lang="en-US" sz="1500" dirty="0">
                <a:solidFill>
                  <a:srgbClr val="4A5A63"/>
                </a:solidFill>
                <a:latin typeface="Calibri" pitchFamily="34" charset="0"/>
                <a:ea typeface="Calibri" pitchFamily="34" charset="-122"/>
                <a:cs typeface="Calibri" pitchFamily="34" charset="-120"/>
              </a:rPr>
              <a:t>Detects divergence late, without attribution; same-priority callbacks can still run later.</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1371600"/>
            <a:ext cx="10698480" cy="2011680"/>
          </a:xfrm>
          <a:prstGeom prst="rect">
            <a:avLst/>
          </a:prstGeom>
          <a:noFill/>
          <a:ln/>
        </p:spPr>
        <p:txBody>
          <a:bodyPr wrap="square" lIns="0" tIns="0" rIns="0" bIns="0" rtlCol="0" anchor="ctr"/>
          <a:lstStyle/>
          <a:p>
            <a:pPr indent="0" marL="0">
              <a:lnSpc>
                <a:spcPct val="105000"/>
              </a:lnSpc>
              <a:buNone/>
            </a:pPr>
            <a:r>
              <a:rPr lang="en-US" sz="3800" b="1" dirty="0">
                <a:solidFill>
                  <a:srgbClr val="FFFFFF"/>
                </a:solidFill>
                <a:latin typeface="Cambria" pitchFamily="34" charset="0"/>
                <a:ea typeface="Cambria" pitchFamily="34" charset="-122"/>
                <a:cs typeface="Cambria" pitchFamily="34" charset="-120"/>
              </a:rPr>
              <a:t>Where they contest a setting,</a:t>
            </a:r>
            <a:endParaRPr lang="en-US" sz="3800" dirty="0"/>
          </a:p>
          <a:p>
            <a:pPr indent="0" marL="0">
              <a:lnSpc>
                <a:spcPct val="105000"/>
              </a:lnSpc>
              <a:buNone/>
            </a:pPr>
            <a:r>
              <a:rPr lang="en-US" sz="3800" b="1" dirty="0">
                <a:solidFill>
                  <a:srgbClr val="FFFFFF"/>
                </a:solidFill>
                <a:latin typeface="Cambria" pitchFamily="34" charset="0"/>
                <a:ea typeface="Cambria" pitchFamily="34" charset="-122"/>
                <a:cs typeface="Cambria" pitchFamily="34" charset="-120"/>
              </a:rPr>
              <a:t>defaults plugins are alternatives.</a:t>
            </a:r>
            <a:endParaRPr lang="en-US" sz="3800" dirty="0"/>
          </a:p>
        </p:txBody>
      </p:sp>
      <p:sp>
        <p:nvSpPr>
          <p:cNvPr id="3" name="Text 1"/>
          <p:cNvSpPr/>
          <p:nvPr/>
        </p:nvSpPr>
        <p:spPr>
          <a:xfrm>
            <a:off x="731520" y="3520440"/>
            <a:ext cx="10515600" cy="100584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Two plugins replacing the same value give you one plugin's behaviour and two settings screens — only one of which is telling the truth.</a:t>
            </a:r>
            <a:endParaRPr lang="en-US" sz="1900" dirty="0"/>
          </a:p>
        </p:txBody>
      </p:sp>
      <p:sp>
        <p:nvSpPr>
          <p:cNvPr id="4" name="Text 2"/>
          <p:cNvSpPr/>
          <p:nvPr/>
        </p:nvSpPr>
        <p:spPr>
          <a:xfrm>
            <a:off x="731520" y="4617720"/>
            <a:ext cx="10515600" cy="73152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Confirm the overlap first. Then pick the one whose choices you agree with.</a:t>
            </a:r>
            <a:endParaRPr lang="en-US" sz="1800" dirty="0"/>
          </a:p>
        </p:txBody>
      </p:sp>
      <p:sp>
        <p:nvSpPr>
          <p:cNvPr id="5" name="Text 3"/>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4"/>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2026-10-29T04:41:40Z</dcterms:created>
  <dcterms:modified xsi:type="dcterms:W3CDTF">2026-10-29T04:41:40Z</dcterms:modified>
</cp:coreProperties>
</file>