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31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31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updates, UX, login, branding, and performance, and we'll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Keep it if you're a crusty punk who loves the IndieWeb and everything before Facebook turned everything to shit, ca. 2005.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the isset() guards: a managed host or CDN often sets these already and we should not fight that layer.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One filter covers all of it. WordPress ships handy time constants like DAY_IN_SECONDS, so you never need to do the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Remembered sessions are capped at five days by default; regular sessions inherit core because zero means unchanged.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fn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Seven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Text 3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39" name="Text 3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6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fill in what nothing else set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$h['X-Content-Type-Options']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$h['X-Content-Type-Options']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$h['Referrer-Policy']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$h['Referrer-Policy']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'strict-origin-when-cross-origin';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framing is its own setting - see the notes</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than the regular one. Shorten either, or hide the checkbox entirely. One filter covers all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'auth_cookie_expiration',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$regular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$regular;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 10, 3 );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DAY_IN_SECONDS: core time constant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fn( $s ) =&gt;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2026-08-04T04:50:49Z</dcterms:created>
  <dcterms:modified xsi:type="dcterms:W3CDTF">2026-08-04T04:50:49Z</dcterms:modified>
</cp:coreProperties>
</file>