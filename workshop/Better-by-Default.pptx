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a dozen sensible defaults for WordPress sites in 2026. Whether you write PHP daily or just manage WordPress sites, you'll leave knowing why each default matters and how to enable (or disable)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They are defaults chosen for maximum compatibility on a 20+ year-old web application. You probably don't need them and can tighten up your own WordPress sites. This is also a good way to learn some important fundamentals about how WordPress works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twenty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UX, login, branding, and performance, and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hands out every author's login name to anyone — half of a brute-force guess, for free. Author enumeration is step one of many attack scripts. By closing it for logged-out requests only, the editor and legit integrations will keep working. It's arguably an example of security-by-obscurity, but it also prevents a lot of junk traffic and bots that are up to no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sledgehammer version of the slide before. Requiring auth for ALL REST calls stops anonymous scraping cold. It does *not* break the block editor, though — you're logged in there, and the editor authenticates with your cookie plus a REST nonce, so it sails through this filter. What it breaks is ANONYMOUS REST: front-end blocks that fetch data for logged-out visitors, embeds, search, and outside integrations. That's why it ships off. Not every default should default to on; some are opt-in because they trade functionality for safety. Usually it's a better tradeoff to restrict a few REST routes — like the users endpoint we just closed — than to lock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not a backdoor or an emergency. It is an old switchboard where every method is a phone line. Rather than rip out a connection that Jetpack or a publishing client may need, we unplug unused lines by category. Four switches, all off by default:
1. Pingbacks — drop pingback.ping, the clearest live nuisance and reflection-DDoS surface. A valid call performs database work, waits a second, and fetches the claimed source URL.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stopped testing credentials after the first failed login in one XML-RPC request, so the old 'thousands of guesses' story is obsolete.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changed recently, and most people didn't notice: NIST 800-63B and OWASP now say LENGTH PLUS BREACH SCREENING BEATS COMPOSITION RULES. Forcing upper/lower/number/symbol just herds everyone to Password1! — predictable, not strong. So we require 15+ characters and screen every new password against Have I Been Pwned — by k-anonymity, meaning only the first five characters of the SHA-1 hash ever leave the site; HIBP returns every hash sharing that prefix and the match happens locally, so the password itself is never transmitted. If HIBP is unreachable the check FAILS OPEN rather than locking someone out of a password change. All enforced server-side on save and reset: the JS meter is UX; the server rule is the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(wpyeg_frame_options,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the isset() guards: a managed host or CDN often sets these already and we should not fight that layer.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click the "Remember Me" checkbox when you log in, you stay logged in for 14 days. Cap that extended session length, optionally shorten the regular session, or hide the "Remember Me" checkbox entirely. (Good idea for shared machines.) One filter covers all three. WordPress ships handy time constants like DAY_IN_SECONDS, so you never need to do the math.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pair brands the login screen. Then we end with two performance levers to shave some weight off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 the one door you and your clients actually log in through — and by default the welcome mat links to someone else's house! That little WordPress "W" on wp-login.php points out to wordpress.org. Changing a site's login screen out of the box is intrusive, though, so the default is to LEAVE IT ALONE. Removing, unlinking, or replacing the logo is an opt-in — and whichever you choose, the link always points home. Swap in a background-image to drop in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screenshot slide — everything on-by-default in one view, mapped to the core hook. Updates follow the same principle: maintenance/security core releases and translations install automatically; major core releases wait for testing; plugin and theme code keeps its per-item WordPress setting because version numbers do not reliably identify risk. Three deliberate non-defaults worth calling out: Application Passwords stay AVAILABLE, the login logo is LEFT ALONE, and removing the version fingerprint is OFF because it is obscurity rather than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They are defaults chosen for maximum compatibility on a 20+ year-old web application — you probably don't need them.</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 author archives list every login name to anonymous visitors.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Aging 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Unwanted pingbacks and unused methods add work and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open by default.</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~20 times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 &amp; filters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fn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Six categories of defaults</a:t>
            </a:r>
            <a:endParaRPr lang="en-US" sz="3400" dirty="0"/>
          </a:p>
        </p:txBody>
      </p:sp>
      <p:sp>
        <p:nvSpPr>
          <p:cNvPr id="3" name="Shape 1"/>
          <p:cNvSpPr/>
          <p:nvPr/>
        </p:nvSpPr>
        <p:spPr>
          <a:xfrm>
            <a:off x="548640"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Security</a:t>
            </a:r>
            <a:endParaRPr lang="en-US" sz="2100" dirty="0"/>
          </a:p>
        </p:txBody>
      </p:sp>
      <p:sp>
        <p:nvSpPr>
          <p:cNvPr id="7" name="Text 5"/>
          <p:cNvSpPr/>
          <p:nvPr/>
        </p:nvSpPr>
        <p:spPr>
          <a:xfrm>
            <a:off x="868680"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Shrink the attack surface</a:t>
            </a:r>
            <a:endParaRPr lang="en-US" sz="1350" dirty="0"/>
          </a:p>
        </p:txBody>
      </p:sp>
      <p:sp>
        <p:nvSpPr>
          <p:cNvPr id="8" name="Shape 6"/>
          <p:cNvSpPr/>
          <p:nvPr/>
        </p:nvSpPr>
        <p:spPr>
          <a:xfrm>
            <a:off x="4507992"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4828032" y="1874520"/>
            <a:ext cx="640080" cy="640080"/>
          </a:xfrm>
          <a:prstGeom prst="ellipse">
            <a:avLst/>
          </a:prstGeom>
          <a:solidFill>
            <a:srgbClr val="E0A94B"/>
          </a:solidFill>
          <a:ln/>
        </p:spPr>
      </p:sp>
      <p:sp>
        <p:nvSpPr>
          <p:cNvPr id="10" name="Text 8"/>
          <p:cNvSpPr/>
          <p:nvPr/>
        </p:nvSpPr>
        <p:spPr>
          <a:xfrm>
            <a:off x="482803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4828032"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Content</a:t>
            </a:r>
            <a:endParaRPr lang="en-US" sz="2100" dirty="0"/>
          </a:p>
        </p:txBody>
      </p:sp>
      <p:sp>
        <p:nvSpPr>
          <p:cNvPr id="12" name="Text 10"/>
          <p:cNvSpPr/>
          <p:nvPr/>
        </p:nvSpPr>
        <p:spPr>
          <a:xfrm>
            <a:off x="4828032"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Close spam channels &amp; info leaks</a:t>
            </a:r>
            <a:endParaRPr lang="en-US" sz="1350" dirty="0"/>
          </a:p>
        </p:txBody>
      </p:sp>
      <p:sp>
        <p:nvSpPr>
          <p:cNvPr id="13" name="Shape 11"/>
          <p:cNvSpPr/>
          <p:nvPr/>
        </p:nvSpPr>
        <p:spPr>
          <a:xfrm>
            <a:off x="8467344"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8787384" y="1874520"/>
            <a:ext cx="640080" cy="640080"/>
          </a:xfrm>
          <a:prstGeom prst="ellipse">
            <a:avLst/>
          </a:prstGeom>
          <a:solidFill>
            <a:srgbClr val="E0A94B"/>
          </a:solidFill>
          <a:ln/>
        </p:spPr>
      </p:sp>
      <p:sp>
        <p:nvSpPr>
          <p:cNvPr id="15" name="Text 13"/>
          <p:cNvSpPr/>
          <p:nvPr/>
        </p:nvSpPr>
        <p:spPr>
          <a:xfrm>
            <a:off x="8787384"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8787384"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Admin UX</a:t>
            </a:r>
            <a:endParaRPr lang="en-US" sz="2100" dirty="0"/>
          </a:p>
        </p:txBody>
      </p:sp>
      <p:sp>
        <p:nvSpPr>
          <p:cNvPr id="17" name="Text 15"/>
          <p:cNvSpPr/>
          <p:nvPr/>
        </p:nvSpPr>
        <p:spPr>
          <a:xfrm>
            <a:off x="8787384"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A calmer, faster dashboard</a:t>
            </a:r>
            <a:endParaRPr lang="en-US" sz="1350" dirty="0"/>
          </a:p>
        </p:txBody>
      </p:sp>
      <p:sp>
        <p:nvSpPr>
          <p:cNvPr id="18" name="Shape 16"/>
          <p:cNvSpPr/>
          <p:nvPr/>
        </p:nvSpPr>
        <p:spPr>
          <a:xfrm>
            <a:off x="548640"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868680" y="4297680"/>
            <a:ext cx="640080" cy="640080"/>
          </a:xfrm>
          <a:prstGeom prst="ellipse">
            <a:avLst/>
          </a:prstGeom>
          <a:solidFill>
            <a:srgbClr val="E0A94B"/>
          </a:solidFill>
          <a:ln/>
        </p:spPr>
      </p:sp>
      <p:sp>
        <p:nvSpPr>
          <p:cNvPr id="20" name="Text 18"/>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868680"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Login</a:t>
            </a:r>
            <a:endParaRPr lang="en-US" sz="2100" dirty="0"/>
          </a:p>
        </p:txBody>
      </p:sp>
      <p:sp>
        <p:nvSpPr>
          <p:cNvPr id="22" name="Text 20"/>
          <p:cNvSpPr/>
          <p:nvPr/>
        </p:nvSpPr>
        <p:spPr>
          <a:xfrm>
            <a:off x="868680"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Sessions &amp; credentials</a:t>
            </a:r>
            <a:endParaRPr lang="en-US" sz="1350" dirty="0"/>
          </a:p>
        </p:txBody>
      </p:sp>
      <p:sp>
        <p:nvSpPr>
          <p:cNvPr id="23" name="Shape 21"/>
          <p:cNvSpPr/>
          <p:nvPr/>
        </p:nvSpPr>
        <p:spPr>
          <a:xfrm>
            <a:off x="4507992"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4828032" y="4297680"/>
            <a:ext cx="640080" cy="640080"/>
          </a:xfrm>
          <a:prstGeom prst="ellipse">
            <a:avLst/>
          </a:prstGeom>
          <a:solidFill>
            <a:srgbClr val="E0A94B"/>
          </a:solidFill>
          <a:ln/>
        </p:spPr>
      </p:sp>
      <p:sp>
        <p:nvSpPr>
          <p:cNvPr id="25" name="Text 23"/>
          <p:cNvSpPr/>
          <p:nvPr/>
        </p:nvSpPr>
        <p:spPr>
          <a:xfrm>
            <a:off x="482803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4828032"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Branding</a:t>
            </a:r>
            <a:endParaRPr lang="en-US" sz="2100" dirty="0"/>
          </a:p>
        </p:txBody>
      </p:sp>
      <p:sp>
        <p:nvSpPr>
          <p:cNvPr id="27" name="Text 25"/>
          <p:cNvSpPr/>
          <p:nvPr/>
        </p:nvSpPr>
        <p:spPr>
          <a:xfrm>
            <a:off x="4828032"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Own the login screen</a:t>
            </a:r>
            <a:endParaRPr lang="en-US" sz="1350" dirty="0"/>
          </a:p>
        </p:txBody>
      </p:sp>
      <p:sp>
        <p:nvSpPr>
          <p:cNvPr id="28" name="Shape 26"/>
          <p:cNvSpPr/>
          <p:nvPr/>
        </p:nvSpPr>
        <p:spPr>
          <a:xfrm>
            <a:off x="8467344"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8787384" y="4297680"/>
            <a:ext cx="640080" cy="640080"/>
          </a:xfrm>
          <a:prstGeom prst="ellipse">
            <a:avLst/>
          </a:prstGeom>
          <a:solidFill>
            <a:srgbClr val="E0A94B"/>
          </a:solidFill>
          <a:ln/>
        </p:spPr>
      </p:sp>
      <p:sp>
        <p:nvSpPr>
          <p:cNvPr id="30" name="Text 28"/>
          <p:cNvSpPr/>
          <p:nvPr/>
        </p:nvSpPr>
        <p:spPr>
          <a:xfrm>
            <a:off x="8787384"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8787384"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Performance</a:t>
            </a:r>
            <a:endParaRPr lang="en-US" sz="2100" dirty="0"/>
          </a:p>
        </p:txBody>
      </p:sp>
      <p:sp>
        <p:nvSpPr>
          <p:cNvPr id="32" name="Text 30"/>
          <p:cNvSpPr/>
          <p:nvPr/>
        </p:nvSpPr>
        <p:spPr>
          <a:xfrm>
            <a:off x="8787384"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Trim the page weight</a:t>
            </a:r>
            <a:endParaRPr lang="en-US" sz="1350" dirty="0"/>
          </a:p>
        </p:txBody>
      </p:sp>
      <p:sp>
        <p:nvSpPr>
          <p:cNvPr id="33" name="Text 3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34" name="Text 3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6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empty( $result )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wpyeg_xmlrpc_allow_* + _block_xmlrpc_endpoint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Require strong passwords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800-63B and OWASP now say length plus breach screening beats composition rules. So we require 15+ characters and screen every new password against Have I Been Pwned — all enforced server-side.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hooked on user_profile_update_errors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strlen( $pw ) &lt; 15 )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$errors-&gt;add( 'short', 'Use 15+ characters.'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screen against known breaches (HIBP)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length + screening, not composition rules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wpyeg_password_is_pwned( $pw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$errors-&gt;add( 'pwned',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wpyeg_security_headers (yes) / wpyeg_frame_options (SAMEORIGIN)</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on / separate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fill in what nothing else set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isset( $h['X-Content-Type-Options']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$h['X-Content-Type-Options']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isset( $h['Referrer-Policy']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$h['Referrer-Policy']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'strict-origin-when-cross-origin';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framing is its own setting - see the notes</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wpyeg_disable_author_archives / _redirect_attachment_pages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wpyeg_title_only_admin_search / _frontend_admin_bar_behavior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Click “Remember Me” and you stay logged in for 14 days. Cap that extended session, optionally shorten the regular one, or hide the checkbox entirely. One filter covers all three.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wpyeg_remember_me_days / _session_regular_hours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5 / 0</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'auth_cookie_expiration',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$remember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5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12 * HOUR_IN_SECONDS;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 10, 3 );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DAY_IN_SECONDS: core time constant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login page is a site's staff entrance, and by default the welcome mat links to someone else's house — that “W” points out to wordpress.org. Changing it uninvited is intrusive, so the default is to leave it alone.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fn( $s ) =&gt;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cheat sheet — defaults that ship ON</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Everything on-by-default in one view, mapped to the core hook.</a:t>
            </a:r>
            <a:endParaRPr lang="en-US" sz="1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572000"/>
                <a:gridCol w="4480560"/>
                <a:gridCol w="201168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Default</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Core hook</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Category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 REST user 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rest_endpoints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Lock down XML-RPC by category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xmlrpc_methods / wp_xmlrpc_server_class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 strong passwords (15+ / breach-screened)</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user_profile_update_errors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Send baseline security 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wp_headers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 comments &amp; 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comments_open / pings_open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Content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 author + attachment 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template_redirect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Content / SEO</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 emoji script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init (remove_action)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Performance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Auto-update core security/maintenance + translations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allow_minor_auto_core_updates / auto_update_translation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Updates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2026-08-02T01:32:19Z</dcterms:created>
  <dcterms:modified xsi:type="dcterms:W3CDTF">2026-08-02T01:32:19Z</dcterms:modified>
</cp:coreProperties>
</file>